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3.xml" ContentType="application/vnd.openxmlformats-officedocument.theme+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95" r:id="rId1"/>
    <p:sldMasterId id="2147483696" r:id="rId2"/>
    <p:sldMasterId id="2147483697" r:id="rId3"/>
    <p:sldMasterId id="2147483698" r:id="rId4"/>
  </p:sldMasterIdLst>
  <p:notesMasterIdLst>
    <p:notesMasterId r:id="rId21"/>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Lst>
  <p:sldSz cx="7772400" cy="10058400"/>
  <p:notesSz cx="6858000" cy="9144000"/>
  <p:embeddedFontLst>
    <p:embeddedFont>
      <p:font typeface="Helvetica Neue" panose="020B0604020202020204" charset="0"/>
      <p:regular r:id="rId22"/>
      <p:bold r:id="rId23"/>
      <p:italic r:id="rId24"/>
      <p:boldItalic r:id="rId25"/>
    </p:embeddedFont>
    <p:embeddedFont>
      <p:font typeface="Open Sans" panose="020B0606030504020204" pitchFamily="34" charset="0"/>
      <p:regular r:id="rId26"/>
      <p:bold r:id="rId27"/>
      <p:italic r:id="rId28"/>
      <p:boldItalic r:id="rId29"/>
    </p:embeddedFont>
    <p:embeddedFont>
      <p:font typeface="Open Sans Light" panose="020B0306030504020204" pitchFamily="34" charset="0"/>
      <p:regular r:id="rId30"/>
      <p:bold r:id="rId31"/>
      <p:italic r:id="rId32"/>
      <p:boldItalic r:id="rId3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DC04B12C-35B8-47E3-BA77-BEDA0C5A35F9}">
  <a:tblStyle styleId="{DC04B12C-35B8-47E3-BA77-BEDA0C5A35F9}"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6" d="100"/>
          <a:sy n="76" d="100"/>
        </p:scale>
        <p:origin x="2404"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font" Target="fonts/font5.fntdata"/><Relationship Id="rId21" Type="http://schemas.openxmlformats.org/officeDocument/2006/relationships/notesMaster" Target="notesMasters/notesMaster1.xml"/><Relationship Id="rId34"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font" Target="fonts/font4.fntdata"/><Relationship Id="rId33" Type="http://schemas.openxmlformats.org/officeDocument/2006/relationships/font" Target="fonts/font12.fntdata"/><Relationship Id="rId2" Type="http://schemas.openxmlformats.org/officeDocument/2006/relationships/slideMaster" Target="slideMasters/slideMaster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font" Target="fonts/font8.fntdata"/><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font" Target="fonts/font3.fntdata"/><Relationship Id="rId32" Type="http://schemas.openxmlformats.org/officeDocument/2006/relationships/font" Target="fonts/font11.fntdata"/><Relationship Id="rId37"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font" Target="fonts/font2.fntdata"/><Relationship Id="rId28" Type="http://schemas.openxmlformats.org/officeDocument/2006/relationships/font" Target="fonts/font7.fntdata"/><Relationship Id="rId36"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font" Target="fonts/font10.fntdata"/><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font" Target="fonts/font1.fntdata"/><Relationship Id="rId27" Type="http://schemas.openxmlformats.org/officeDocument/2006/relationships/font" Target="fonts/font6.fntdata"/><Relationship Id="rId30" Type="http://schemas.openxmlformats.org/officeDocument/2006/relationships/font" Target="fonts/font9.fntdata"/><Relationship Id="rId35" Type="http://schemas.openxmlformats.org/officeDocument/2006/relationships/viewProps" Target="viewProps.xml"/><Relationship Id="rId8" Type="http://schemas.openxmlformats.org/officeDocument/2006/relationships/slide" Target="slides/slide4.xml"/><Relationship Id="rId3" Type="http://schemas.openxmlformats.org/officeDocument/2006/relationships/slideMaster" Target="slideMasters/slideMaster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2104459" y="685800"/>
            <a:ext cx="26496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317500">
              <a:spcBef>
                <a:spcPts val="0"/>
              </a:spcBef>
              <a:spcAft>
                <a:spcPts val="0"/>
              </a:spcAft>
              <a:buSzPts val="1400"/>
              <a:buChar char="●"/>
              <a:defRPr sz="1100"/>
            </a:lvl1pPr>
            <a:lvl2pPr marL="914400" lvl="1" indent="-317500">
              <a:spcBef>
                <a:spcPts val="0"/>
              </a:spcBef>
              <a:spcAft>
                <a:spcPts val="0"/>
              </a:spcAft>
              <a:buSzPts val="1400"/>
              <a:buChar char="○"/>
              <a:defRPr sz="1100"/>
            </a:lvl2pPr>
            <a:lvl3pPr marL="1371600" lvl="2" indent="-317500">
              <a:spcBef>
                <a:spcPts val="0"/>
              </a:spcBef>
              <a:spcAft>
                <a:spcPts val="0"/>
              </a:spcAft>
              <a:buSzPts val="1400"/>
              <a:buChar char="■"/>
              <a:defRPr sz="1100"/>
            </a:lvl3pPr>
            <a:lvl4pPr marL="1828800" lvl="3" indent="-317500">
              <a:spcBef>
                <a:spcPts val="0"/>
              </a:spcBef>
              <a:spcAft>
                <a:spcPts val="0"/>
              </a:spcAft>
              <a:buSzPts val="1400"/>
              <a:buChar char="●"/>
              <a:defRPr sz="1100"/>
            </a:lvl4pPr>
            <a:lvl5pPr marL="2286000" lvl="4" indent="-317500">
              <a:spcBef>
                <a:spcPts val="0"/>
              </a:spcBef>
              <a:spcAft>
                <a:spcPts val="0"/>
              </a:spcAft>
              <a:buSzPts val="1400"/>
              <a:buChar char="○"/>
              <a:defRPr sz="1100"/>
            </a:lvl5pPr>
            <a:lvl6pPr marL="2743200" lvl="5" indent="-317500">
              <a:spcBef>
                <a:spcPts val="0"/>
              </a:spcBef>
              <a:spcAft>
                <a:spcPts val="0"/>
              </a:spcAft>
              <a:buSzPts val="1400"/>
              <a:buChar char="■"/>
              <a:defRPr sz="1100"/>
            </a:lvl6pPr>
            <a:lvl7pPr marL="3200400" lvl="6" indent="-317500">
              <a:spcBef>
                <a:spcPts val="0"/>
              </a:spcBef>
              <a:spcAft>
                <a:spcPts val="0"/>
              </a:spcAft>
              <a:buSzPts val="1400"/>
              <a:buChar char="●"/>
              <a:defRPr sz="1100"/>
            </a:lvl7pPr>
            <a:lvl8pPr marL="3657600" lvl="7" indent="-317500">
              <a:spcBef>
                <a:spcPts val="0"/>
              </a:spcBef>
              <a:spcAft>
                <a:spcPts val="0"/>
              </a:spcAft>
              <a:buSzPts val="1400"/>
              <a:buChar char="○"/>
              <a:defRPr sz="1100"/>
            </a:lvl8pPr>
            <a:lvl9pPr marL="4114800" lvl="8" indent="-317500">
              <a:spcBef>
                <a:spcPts val="0"/>
              </a:spcBef>
              <a:spcAft>
                <a:spcPts val="0"/>
              </a:spcAft>
              <a:buSzPts val="14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g129224f7654_0_439:notes"/>
          <p:cNvSpPr>
            <a:spLocks noGrp="1" noRot="1" noChangeAspect="1"/>
          </p:cNvSpPr>
          <p:nvPr>
            <p:ph type="sldImg" idx="2"/>
          </p:nvPr>
        </p:nvSpPr>
        <p:spPr>
          <a:xfrm>
            <a:off x="2104480" y="685800"/>
            <a:ext cx="26496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6" name="Google Shape;186;g129224f7654_0_4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Google Shape;193;g129224f7654_0_452:notes"/>
          <p:cNvSpPr>
            <a:spLocks noGrp="1" noRot="1" noChangeAspect="1"/>
          </p:cNvSpPr>
          <p:nvPr>
            <p:ph type="sldImg" idx="2"/>
          </p:nvPr>
        </p:nvSpPr>
        <p:spPr>
          <a:xfrm>
            <a:off x="2104480" y="685800"/>
            <a:ext cx="26496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4" name="Google Shape;194;g129224f7654_0_4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g129224f7654_0_446:notes"/>
          <p:cNvSpPr>
            <a:spLocks noGrp="1" noRot="1" noChangeAspect="1"/>
          </p:cNvSpPr>
          <p:nvPr>
            <p:ph type="sldImg" idx="2"/>
          </p:nvPr>
        </p:nvSpPr>
        <p:spPr>
          <a:xfrm>
            <a:off x="2104459" y="685800"/>
            <a:ext cx="26496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0" name="Google Shape;200;g129224f7654_0_4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
        <p:cNvGrpSpPr/>
        <p:nvPr/>
      </p:nvGrpSpPr>
      <p:grpSpPr>
        <a:xfrm>
          <a:off x="0" y="0"/>
          <a:ext cx="0" cy="0"/>
          <a:chOff x="0" y="0"/>
          <a:chExt cx="0" cy="0"/>
        </a:xfrm>
      </p:grpSpPr>
      <p:sp>
        <p:nvSpPr>
          <p:cNvPr id="205" name="Google Shape;205;g1ec50b3c436_0_4:notes"/>
          <p:cNvSpPr>
            <a:spLocks noGrp="1" noRot="1" noChangeAspect="1"/>
          </p:cNvSpPr>
          <p:nvPr>
            <p:ph type="sldImg" idx="2"/>
          </p:nvPr>
        </p:nvSpPr>
        <p:spPr>
          <a:xfrm>
            <a:off x="2104459" y="685800"/>
            <a:ext cx="26496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6" name="Google Shape;206;g1ec50b3c436_0_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p:cNvGrpSpPr/>
        <p:nvPr/>
      </p:nvGrpSpPr>
      <p:grpSpPr>
        <a:xfrm>
          <a:off x="0" y="0"/>
          <a:ext cx="0" cy="0"/>
          <a:chOff x="0" y="0"/>
          <a:chExt cx="0" cy="0"/>
        </a:xfrm>
      </p:grpSpPr>
      <p:sp>
        <p:nvSpPr>
          <p:cNvPr id="211" name="Google Shape;211;g2a177cf647e_0_51:notes"/>
          <p:cNvSpPr>
            <a:spLocks noGrp="1" noRot="1" noChangeAspect="1"/>
          </p:cNvSpPr>
          <p:nvPr>
            <p:ph type="sldImg" idx="2"/>
          </p:nvPr>
        </p:nvSpPr>
        <p:spPr>
          <a:xfrm>
            <a:off x="2104459" y="685800"/>
            <a:ext cx="26496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2" name="Google Shape;212;g2a177cf647e_0_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6"/>
        <p:cNvGrpSpPr/>
        <p:nvPr/>
      </p:nvGrpSpPr>
      <p:grpSpPr>
        <a:xfrm>
          <a:off x="0" y="0"/>
          <a:ext cx="0" cy="0"/>
          <a:chOff x="0" y="0"/>
          <a:chExt cx="0" cy="0"/>
        </a:xfrm>
      </p:grpSpPr>
      <p:sp>
        <p:nvSpPr>
          <p:cNvPr id="217" name="Google Shape;217;g1ec6b3d1f93_0_10:notes"/>
          <p:cNvSpPr>
            <a:spLocks noGrp="1" noRot="1" noChangeAspect="1"/>
          </p:cNvSpPr>
          <p:nvPr>
            <p:ph type="sldImg" idx="2"/>
          </p:nvPr>
        </p:nvSpPr>
        <p:spPr>
          <a:xfrm>
            <a:off x="2104459" y="685800"/>
            <a:ext cx="26496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8" name="Google Shape;218;g1ec6b3d1f93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2"/>
        <p:cNvGrpSpPr/>
        <p:nvPr/>
      </p:nvGrpSpPr>
      <p:grpSpPr>
        <a:xfrm>
          <a:off x="0" y="0"/>
          <a:ext cx="0" cy="0"/>
          <a:chOff x="0" y="0"/>
          <a:chExt cx="0" cy="0"/>
        </a:xfrm>
      </p:grpSpPr>
      <p:sp>
        <p:nvSpPr>
          <p:cNvPr id="223" name="Google Shape;223;g1ec6b3d1f93_0_17:notes"/>
          <p:cNvSpPr>
            <a:spLocks noGrp="1" noRot="1" noChangeAspect="1"/>
          </p:cNvSpPr>
          <p:nvPr>
            <p:ph type="sldImg" idx="2"/>
          </p:nvPr>
        </p:nvSpPr>
        <p:spPr>
          <a:xfrm>
            <a:off x="2104459" y="685800"/>
            <a:ext cx="26496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4" name="Google Shape;224;g1ec6b3d1f93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8"/>
        <p:cNvGrpSpPr/>
        <p:nvPr/>
      </p:nvGrpSpPr>
      <p:grpSpPr>
        <a:xfrm>
          <a:off x="0" y="0"/>
          <a:ext cx="0" cy="0"/>
          <a:chOff x="0" y="0"/>
          <a:chExt cx="0" cy="0"/>
        </a:xfrm>
      </p:grpSpPr>
      <p:sp>
        <p:nvSpPr>
          <p:cNvPr id="229" name="Google Shape;229;g2a274b424ee_0_2:notes"/>
          <p:cNvSpPr>
            <a:spLocks noGrp="1" noRot="1" noChangeAspect="1"/>
          </p:cNvSpPr>
          <p:nvPr>
            <p:ph type="sldImg" idx="2"/>
          </p:nvPr>
        </p:nvSpPr>
        <p:spPr>
          <a:xfrm>
            <a:off x="2104459" y="685800"/>
            <a:ext cx="26496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0" name="Google Shape;230;g2a274b424ee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4"/>
        <p:cNvGrpSpPr/>
        <p:nvPr/>
      </p:nvGrpSpPr>
      <p:grpSpPr>
        <a:xfrm>
          <a:off x="0" y="0"/>
          <a:ext cx="0" cy="0"/>
          <a:chOff x="0" y="0"/>
          <a:chExt cx="0" cy="0"/>
        </a:xfrm>
      </p:grpSpPr>
      <p:sp>
        <p:nvSpPr>
          <p:cNvPr id="235" name="Google Shape;235;g1ec6b3d1f93_0_26:notes"/>
          <p:cNvSpPr>
            <a:spLocks noGrp="1" noRot="1" noChangeAspect="1"/>
          </p:cNvSpPr>
          <p:nvPr>
            <p:ph type="sldImg" idx="2"/>
          </p:nvPr>
        </p:nvSpPr>
        <p:spPr>
          <a:xfrm>
            <a:off x="2104480" y="685800"/>
            <a:ext cx="26496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6" name="Google Shape;236;g1ec6b3d1f93_0_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0"/>
        <p:cNvGrpSpPr/>
        <p:nvPr/>
      </p:nvGrpSpPr>
      <p:grpSpPr>
        <a:xfrm>
          <a:off x="0" y="0"/>
          <a:ext cx="0" cy="0"/>
          <a:chOff x="0" y="0"/>
          <a:chExt cx="0" cy="0"/>
        </a:xfrm>
      </p:grpSpPr>
      <p:sp>
        <p:nvSpPr>
          <p:cNvPr id="241" name="Google Shape;241;g2a177cf647e_0_8:notes"/>
          <p:cNvSpPr>
            <a:spLocks noGrp="1" noRot="1" noChangeAspect="1"/>
          </p:cNvSpPr>
          <p:nvPr>
            <p:ph type="sldImg" idx="2"/>
          </p:nvPr>
        </p:nvSpPr>
        <p:spPr>
          <a:xfrm>
            <a:off x="2105025" y="685800"/>
            <a:ext cx="2649538"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2" name="Google Shape;242;g2a177cf647e_0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7"/>
        <p:cNvGrpSpPr/>
        <p:nvPr/>
      </p:nvGrpSpPr>
      <p:grpSpPr>
        <a:xfrm>
          <a:off x="0" y="0"/>
          <a:ext cx="0" cy="0"/>
          <a:chOff x="0" y="0"/>
          <a:chExt cx="0" cy="0"/>
        </a:xfrm>
      </p:grpSpPr>
      <p:sp>
        <p:nvSpPr>
          <p:cNvPr id="248" name="Google Shape;248;g1ec6b3d1f93_0_34:notes"/>
          <p:cNvSpPr>
            <a:spLocks noGrp="1" noRot="1" noChangeAspect="1"/>
          </p:cNvSpPr>
          <p:nvPr>
            <p:ph type="sldImg" idx="2"/>
          </p:nvPr>
        </p:nvSpPr>
        <p:spPr>
          <a:xfrm>
            <a:off x="2105025" y="685800"/>
            <a:ext cx="2649538"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9" name="Google Shape;249;g1ec6b3d1f93_0_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p:cNvGrpSpPr/>
        <p:nvPr/>
      </p:nvGrpSpPr>
      <p:grpSpPr>
        <a:xfrm>
          <a:off x="0" y="0"/>
          <a:ext cx="0" cy="0"/>
          <a:chOff x="0" y="0"/>
          <a:chExt cx="0" cy="0"/>
        </a:xfrm>
      </p:grpSpPr>
      <p:sp>
        <p:nvSpPr>
          <p:cNvPr id="255" name="Google Shape;255;g1ec6b3d1f93_0_40:notes"/>
          <p:cNvSpPr>
            <a:spLocks noGrp="1" noRot="1" noChangeAspect="1"/>
          </p:cNvSpPr>
          <p:nvPr>
            <p:ph type="sldImg" idx="2"/>
          </p:nvPr>
        </p:nvSpPr>
        <p:spPr>
          <a:xfrm>
            <a:off x="2105025" y="685800"/>
            <a:ext cx="2649538"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6" name="Google Shape;256;g1ec6b3d1f93_0_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1"/>
        <p:cNvGrpSpPr/>
        <p:nvPr/>
      </p:nvGrpSpPr>
      <p:grpSpPr>
        <a:xfrm>
          <a:off x="0" y="0"/>
          <a:ext cx="0" cy="0"/>
          <a:chOff x="0" y="0"/>
          <a:chExt cx="0" cy="0"/>
        </a:xfrm>
      </p:grpSpPr>
      <p:sp>
        <p:nvSpPr>
          <p:cNvPr id="262" name="Google Shape;262;g129224f7654_0_477:notes"/>
          <p:cNvSpPr>
            <a:spLocks noGrp="1" noRot="1" noChangeAspect="1"/>
          </p:cNvSpPr>
          <p:nvPr>
            <p:ph type="sldImg" idx="2"/>
          </p:nvPr>
        </p:nvSpPr>
        <p:spPr>
          <a:xfrm>
            <a:off x="2104480" y="685800"/>
            <a:ext cx="26496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3" name="Google Shape;263;g129224f7654_0_4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7"/>
        <p:cNvGrpSpPr/>
        <p:nvPr/>
      </p:nvGrpSpPr>
      <p:grpSpPr>
        <a:xfrm>
          <a:off x="0" y="0"/>
          <a:ext cx="0" cy="0"/>
          <a:chOff x="0" y="0"/>
          <a:chExt cx="0" cy="0"/>
        </a:xfrm>
      </p:grpSpPr>
      <p:sp>
        <p:nvSpPr>
          <p:cNvPr id="268" name="Google Shape;268;g129d7e744d3_0_142:notes"/>
          <p:cNvSpPr>
            <a:spLocks noGrp="1" noRot="1" noChangeAspect="1"/>
          </p:cNvSpPr>
          <p:nvPr>
            <p:ph type="sldImg" idx="2"/>
          </p:nvPr>
        </p:nvSpPr>
        <p:spPr>
          <a:xfrm>
            <a:off x="2105025" y="685800"/>
            <a:ext cx="2649538"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9" name="Google Shape;269;g129d7e744d3_0_1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ec6b3d1f93_0_47:notes"/>
          <p:cNvSpPr>
            <a:spLocks noGrp="1" noRot="1" noChangeAspect="1"/>
          </p:cNvSpPr>
          <p:nvPr>
            <p:ph type="sldImg" idx="2"/>
          </p:nvPr>
        </p:nvSpPr>
        <p:spPr>
          <a:xfrm>
            <a:off x="2105025" y="685800"/>
            <a:ext cx="2649538"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ec6b3d1f93_0_4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9"/>
        <p:cNvGrpSpPr/>
        <p:nvPr/>
      </p:nvGrpSpPr>
      <p:grpSpPr>
        <a:xfrm>
          <a:off x="0" y="0"/>
          <a:ext cx="0" cy="0"/>
          <a:chOff x="0" y="0"/>
          <a:chExt cx="0" cy="0"/>
        </a:xfrm>
      </p:grpSpPr>
      <p:sp>
        <p:nvSpPr>
          <p:cNvPr id="280" name="Google Shape;280;g1ec6b3d1f93_0_52:notes"/>
          <p:cNvSpPr>
            <a:spLocks noGrp="1" noRot="1" noChangeAspect="1"/>
          </p:cNvSpPr>
          <p:nvPr>
            <p:ph type="sldImg" idx="2"/>
          </p:nvPr>
        </p:nvSpPr>
        <p:spPr>
          <a:xfrm>
            <a:off x="2105025" y="685800"/>
            <a:ext cx="2649538"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1" name="Google Shape;281;g1ec6b3d1f93_0_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264952" y="1456058"/>
            <a:ext cx="7242600" cy="4014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5200"/>
              <a:buNone/>
              <a:defRPr sz="5200"/>
            </a:lvl1pPr>
            <a:lvl2pPr lvl="1" algn="ctr" rtl="0">
              <a:spcBef>
                <a:spcPts val="0"/>
              </a:spcBef>
              <a:spcAft>
                <a:spcPts val="0"/>
              </a:spcAft>
              <a:buSzPts val="5200"/>
              <a:buNone/>
              <a:defRPr sz="5200"/>
            </a:lvl2pPr>
            <a:lvl3pPr lvl="2" algn="ctr" rtl="0">
              <a:spcBef>
                <a:spcPts val="0"/>
              </a:spcBef>
              <a:spcAft>
                <a:spcPts val="0"/>
              </a:spcAft>
              <a:buSzPts val="5200"/>
              <a:buNone/>
              <a:defRPr sz="5200"/>
            </a:lvl3pPr>
            <a:lvl4pPr lvl="3" algn="ctr" rtl="0">
              <a:spcBef>
                <a:spcPts val="0"/>
              </a:spcBef>
              <a:spcAft>
                <a:spcPts val="0"/>
              </a:spcAft>
              <a:buSzPts val="5200"/>
              <a:buNone/>
              <a:defRPr sz="5200"/>
            </a:lvl4pPr>
            <a:lvl5pPr lvl="4" algn="ctr" rtl="0">
              <a:spcBef>
                <a:spcPts val="0"/>
              </a:spcBef>
              <a:spcAft>
                <a:spcPts val="0"/>
              </a:spcAft>
              <a:buSzPts val="5200"/>
              <a:buNone/>
              <a:defRPr sz="5200"/>
            </a:lvl5pPr>
            <a:lvl6pPr lvl="5" algn="ctr" rtl="0">
              <a:spcBef>
                <a:spcPts val="0"/>
              </a:spcBef>
              <a:spcAft>
                <a:spcPts val="0"/>
              </a:spcAft>
              <a:buSzPts val="5200"/>
              <a:buNone/>
              <a:defRPr sz="5200"/>
            </a:lvl6pPr>
            <a:lvl7pPr lvl="6" algn="ctr" rtl="0">
              <a:spcBef>
                <a:spcPts val="0"/>
              </a:spcBef>
              <a:spcAft>
                <a:spcPts val="0"/>
              </a:spcAft>
              <a:buSzPts val="5200"/>
              <a:buNone/>
              <a:defRPr sz="5200"/>
            </a:lvl7pPr>
            <a:lvl8pPr lvl="7" algn="ctr" rtl="0">
              <a:spcBef>
                <a:spcPts val="0"/>
              </a:spcBef>
              <a:spcAft>
                <a:spcPts val="0"/>
              </a:spcAft>
              <a:buSzPts val="5200"/>
              <a:buNone/>
              <a:defRPr sz="5200"/>
            </a:lvl8pPr>
            <a:lvl9pPr lvl="8" algn="ctr" rtl="0">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264945" y="5542289"/>
            <a:ext cx="7242600" cy="1550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800"/>
              <a:buNone/>
              <a:defRPr sz="2800"/>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rgbClr val="2E3D49"/>
        </a:solidFill>
        <a:effectLst/>
      </p:bgPr>
    </p:bg>
    <p:spTree>
      <p:nvGrpSpPr>
        <p:cNvPr id="1" name="Shape 12"/>
        <p:cNvGrpSpPr/>
        <p:nvPr/>
      </p:nvGrpSpPr>
      <p:grpSpPr>
        <a:xfrm>
          <a:off x="0" y="0"/>
          <a:ext cx="0" cy="0"/>
          <a:chOff x="0" y="0"/>
          <a:chExt cx="0" cy="0"/>
        </a:xfrm>
      </p:grpSpPr>
      <p:sp>
        <p:nvSpPr>
          <p:cNvPr id="13" name="Google Shape;13;p3"/>
          <p:cNvSpPr txBox="1">
            <a:spLocks noGrp="1"/>
          </p:cNvSpPr>
          <p:nvPr>
            <p:ph type="title"/>
          </p:nvPr>
        </p:nvSpPr>
        <p:spPr>
          <a:xfrm>
            <a:off x="264945" y="4206107"/>
            <a:ext cx="7242600" cy="16461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lt1"/>
              </a:buClr>
              <a:buSzPts val="3600"/>
              <a:buNone/>
              <a:defRPr sz="3600">
                <a:solidFill>
                  <a:schemeClr val="lt1"/>
                </a:solidFill>
              </a:defRPr>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4"/>
        <p:cNvGrpSpPr/>
        <p:nvPr/>
      </p:nvGrpSpPr>
      <p:grpSpPr>
        <a:xfrm>
          <a:off x="0" y="0"/>
          <a:ext cx="0" cy="0"/>
          <a:chOff x="0" y="0"/>
          <a:chExt cx="0" cy="0"/>
        </a:xfrm>
      </p:grpSpPr>
      <p:sp>
        <p:nvSpPr>
          <p:cNvPr id="15" name="Google Shape;15;p4"/>
          <p:cNvSpPr txBox="1">
            <a:spLocks noGrp="1"/>
          </p:cNvSpPr>
          <p:nvPr>
            <p:ph type="title"/>
          </p:nvPr>
        </p:nvSpPr>
        <p:spPr>
          <a:xfrm>
            <a:off x="264945" y="870271"/>
            <a:ext cx="7242600" cy="11199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6" name="Google Shape;16;p4"/>
          <p:cNvSpPr txBox="1">
            <a:spLocks noGrp="1"/>
          </p:cNvSpPr>
          <p:nvPr>
            <p:ph type="body" idx="1"/>
          </p:nvPr>
        </p:nvSpPr>
        <p:spPr>
          <a:xfrm>
            <a:off x="264945" y="2253729"/>
            <a:ext cx="7242600" cy="6239700"/>
          </a:xfrm>
          <a:prstGeom prst="rect">
            <a:avLst/>
          </a:prstGeom>
        </p:spPr>
        <p:txBody>
          <a:bodyPr spcFirstLastPara="1" wrap="square" lIns="91425" tIns="91425" rIns="91425" bIns="91425" anchor="t" anchorCtr="0">
            <a:noAutofit/>
          </a:bodyPr>
          <a:lstStyle>
            <a:lvl1pPr marL="457200" lvl="0" indent="-342900" rtl="0">
              <a:spcBef>
                <a:spcPts val="0"/>
              </a:spcBef>
              <a:spcAft>
                <a:spcPts val="0"/>
              </a:spcAft>
              <a:buSzPts val="1800"/>
              <a:buChar char="●"/>
              <a:defRPr/>
            </a:lvl1pPr>
            <a:lvl2pPr marL="914400" lvl="1" indent="-317500" rtl="0">
              <a:spcBef>
                <a:spcPts val="1600"/>
              </a:spcBef>
              <a:spcAft>
                <a:spcPts val="0"/>
              </a:spcAft>
              <a:buSzPts val="1400"/>
              <a:buChar char="○"/>
              <a:defRPr/>
            </a:lvl2pPr>
            <a:lvl3pPr marL="1371600" lvl="2" indent="-317500" rtl="0">
              <a:spcBef>
                <a:spcPts val="1600"/>
              </a:spcBef>
              <a:spcAft>
                <a:spcPts val="0"/>
              </a:spcAft>
              <a:buSzPts val="1400"/>
              <a:buChar char="■"/>
              <a:defRPr/>
            </a:lvl3pPr>
            <a:lvl4pPr marL="1828800" lvl="3" indent="-317500" rtl="0">
              <a:spcBef>
                <a:spcPts val="1600"/>
              </a:spcBef>
              <a:spcAft>
                <a:spcPts val="0"/>
              </a:spcAft>
              <a:buSzPts val="1400"/>
              <a:buChar char="●"/>
              <a:defRPr/>
            </a:lvl4pPr>
            <a:lvl5pPr marL="2286000" lvl="4" indent="-317500" rtl="0">
              <a:spcBef>
                <a:spcPts val="1600"/>
              </a:spcBef>
              <a:spcAft>
                <a:spcPts val="0"/>
              </a:spcAft>
              <a:buSzPts val="1400"/>
              <a:buChar char="○"/>
              <a:defRPr/>
            </a:lvl5pPr>
            <a:lvl6pPr marL="2743200" lvl="5" indent="-317500" rtl="0">
              <a:spcBef>
                <a:spcPts val="1600"/>
              </a:spcBef>
              <a:spcAft>
                <a:spcPts val="0"/>
              </a:spcAft>
              <a:buSzPts val="1400"/>
              <a:buChar char="■"/>
              <a:defRPr/>
            </a:lvl6pPr>
            <a:lvl7pPr marL="3200400" lvl="6" indent="-317500" rtl="0">
              <a:spcBef>
                <a:spcPts val="1600"/>
              </a:spcBef>
              <a:spcAft>
                <a:spcPts val="0"/>
              </a:spcAft>
              <a:buSzPts val="1400"/>
              <a:buChar char="●"/>
              <a:defRPr/>
            </a:lvl7pPr>
            <a:lvl8pPr marL="3657600" lvl="7" indent="-317500" rtl="0">
              <a:spcBef>
                <a:spcPts val="1600"/>
              </a:spcBef>
              <a:spcAft>
                <a:spcPts val="0"/>
              </a:spcAft>
              <a:buSzPts val="1400"/>
              <a:buChar char="○"/>
              <a:defRPr/>
            </a:lvl8pPr>
            <a:lvl9pPr marL="4114800" lvl="8" indent="-317500" rtl="0">
              <a:spcBef>
                <a:spcPts val="1600"/>
              </a:spcBef>
              <a:spcAft>
                <a:spcPts val="1600"/>
              </a:spcAft>
              <a:buSzPts val="1400"/>
              <a:buChar char="■"/>
              <a:defRPr/>
            </a:lvl9pPr>
          </a:lstStyle>
          <a:p>
            <a:endParaRPr/>
          </a:p>
        </p:txBody>
      </p:sp>
      <p:pic>
        <p:nvPicPr>
          <p:cNvPr id="17" name="Google Shape;17;p4"/>
          <p:cNvPicPr preferRelativeResize="0"/>
          <p:nvPr/>
        </p:nvPicPr>
        <p:blipFill>
          <a:blip r:embed="rId2">
            <a:alphaModFix/>
          </a:blip>
          <a:stretch>
            <a:fillRect/>
          </a:stretch>
        </p:blipFill>
        <p:spPr>
          <a:xfrm>
            <a:off x="6636150" y="125138"/>
            <a:ext cx="871400" cy="871400"/>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18"/>
        <p:cNvGrpSpPr/>
        <p:nvPr/>
      </p:nvGrpSpPr>
      <p:grpSpPr>
        <a:xfrm>
          <a:off x="0" y="0"/>
          <a:ext cx="0" cy="0"/>
          <a:chOff x="0" y="0"/>
          <a:chExt cx="0" cy="0"/>
        </a:xfrm>
      </p:grpSpPr>
      <p:sp>
        <p:nvSpPr>
          <p:cNvPr id="19" name="Google Shape;19;p5"/>
          <p:cNvSpPr txBox="1">
            <a:spLocks noGrp="1"/>
          </p:cNvSpPr>
          <p:nvPr>
            <p:ph type="title"/>
          </p:nvPr>
        </p:nvSpPr>
        <p:spPr>
          <a:xfrm>
            <a:off x="264945" y="870271"/>
            <a:ext cx="7242600" cy="11199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20" name="Google Shape;20;p5"/>
          <p:cNvSpPr txBox="1">
            <a:spLocks noGrp="1"/>
          </p:cNvSpPr>
          <p:nvPr>
            <p:ph type="body" idx="1"/>
          </p:nvPr>
        </p:nvSpPr>
        <p:spPr>
          <a:xfrm>
            <a:off x="264945" y="2253729"/>
            <a:ext cx="3399900" cy="6681000"/>
          </a:xfrm>
          <a:prstGeom prst="rect">
            <a:avLst/>
          </a:prstGeom>
        </p:spPr>
        <p:txBody>
          <a:bodyPr spcFirstLastPara="1" wrap="square" lIns="91425" tIns="91425" rIns="91425" bIns="91425" anchor="t" anchorCtr="0">
            <a:noAutofit/>
          </a:bodyPr>
          <a:lstStyle>
            <a:lvl1pPr marL="457200" lvl="0" indent="-317500" rtl="0">
              <a:spcBef>
                <a:spcPts val="0"/>
              </a:spcBef>
              <a:spcAft>
                <a:spcPts val="0"/>
              </a:spcAft>
              <a:buSzPts val="1400"/>
              <a:buChar char="●"/>
              <a:defRPr sz="1400"/>
            </a:lvl1pPr>
            <a:lvl2pPr marL="914400" lvl="1" indent="-304800" rtl="0">
              <a:spcBef>
                <a:spcPts val="1600"/>
              </a:spcBef>
              <a:spcAft>
                <a:spcPts val="0"/>
              </a:spcAft>
              <a:buSzPts val="1200"/>
              <a:buChar char="○"/>
              <a:defRPr sz="1200"/>
            </a:lvl2pPr>
            <a:lvl3pPr marL="1371600" lvl="2" indent="-304800" rtl="0">
              <a:spcBef>
                <a:spcPts val="1600"/>
              </a:spcBef>
              <a:spcAft>
                <a:spcPts val="0"/>
              </a:spcAft>
              <a:buSzPts val="1200"/>
              <a:buChar char="■"/>
              <a:defRPr sz="1200"/>
            </a:lvl3pPr>
            <a:lvl4pPr marL="1828800" lvl="3" indent="-304800" rtl="0">
              <a:spcBef>
                <a:spcPts val="1600"/>
              </a:spcBef>
              <a:spcAft>
                <a:spcPts val="0"/>
              </a:spcAft>
              <a:buSzPts val="1200"/>
              <a:buChar char="●"/>
              <a:defRPr sz="1200"/>
            </a:lvl4pPr>
            <a:lvl5pPr marL="2286000" lvl="4" indent="-304800" rtl="0">
              <a:spcBef>
                <a:spcPts val="1600"/>
              </a:spcBef>
              <a:spcAft>
                <a:spcPts val="0"/>
              </a:spcAft>
              <a:buSzPts val="1200"/>
              <a:buChar char="○"/>
              <a:defRPr sz="1200"/>
            </a:lvl5pPr>
            <a:lvl6pPr marL="2743200" lvl="5" indent="-304800" rtl="0">
              <a:spcBef>
                <a:spcPts val="1600"/>
              </a:spcBef>
              <a:spcAft>
                <a:spcPts val="0"/>
              </a:spcAft>
              <a:buSzPts val="1200"/>
              <a:buChar char="■"/>
              <a:defRPr sz="1200"/>
            </a:lvl6pPr>
            <a:lvl7pPr marL="3200400" lvl="6" indent="-304800" rtl="0">
              <a:spcBef>
                <a:spcPts val="1600"/>
              </a:spcBef>
              <a:spcAft>
                <a:spcPts val="0"/>
              </a:spcAft>
              <a:buSzPts val="1200"/>
              <a:buChar char="●"/>
              <a:defRPr sz="1200"/>
            </a:lvl7pPr>
            <a:lvl8pPr marL="3657600" lvl="7" indent="-304800" rtl="0">
              <a:spcBef>
                <a:spcPts val="1600"/>
              </a:spcBef>
              <a:spcAft>
                <a:spcPts val="0"/>
              </a:spcAft>
              <a:buSzPts val="1200"/>
              <a:buChar char="○"/>
              <a:defRPr sz="1200"/>
            </a:lvl8pPr>
            <a:lvl9pPr marL="4114800" lvl="8" indent="-304800" rtl="0">
              <a:spcBef>
                <a:spcPts val="1600"/>
              </a:spcBef>
              <a:spcAft>
                <a:spcPts val="1600"/>
              </a:spcAft>
              <a:buSzPts val="1200"/>
              <a:buChar char="■"/>
              <a:defRPr sz="1200"/>
            </a:lvl9pPr>
          </a:lstStyle>
          <a:p>
            <a:endParaRPr/>
          </a:p>
        </p:txBody>
      </p:sp>
      <p:sp>
        <p:nvSpPr>
          <p:cNvPr id="21" name="Google Shape;21;p5"/>
          <p:cNvSpPr txBox="1">
            <a:spLocks noGrp="1"/>
          </p:cNvSpPr>
          <p:nvPr>
            <p:ph type="body" idx="2"/>
          </p:nvPr>
        </p:nvSpPr>
        <p:spPr>
          <a:xfrm>
            <a:off x="4107540" y="2253729"/>
            <a:ext cx="3399900" cy="6681000"/>
          </a:xfrm>
          <a:prstGeom prst="rect">
            <a:avLst/>
          </a:prstGeom>
        </p:spPr>
        <p:txBody>
          <a:bodyPr spcFirstLastPara="1" wrap="square" lIns="91425" tIns="91425" rIns="91425" bIns="91425" anchor="t" anchorCtr="0">
            <a:noAutofit/>
          </a:bodyPr>
          <a:lstStyle>
            <a:lvl1pPr marL="457200" lvl="0" indent="-317500" rtl="0">
              <a:spcBef>
                <a:spcPts val="0"/>
              </a:spcBef>
              <a:spcAft>
                <a:spcPts val="0"/>
              </a:spcAft>
              <a:buSzPts val="1400"/>
              <a:buChar char="●"/>
              <a:defRPr sz="1400"/>
            </a:lvl1pPr>
            <a:lvl2pPr marL="914400" lvl="1" indent="-304800" rtl="0">
              <a:spcBef>
                <a:spcPts val="1600"/>
              </a:spcBef>
              <a:spcAft>
                <a:spcPts val="0"/>
              </a:spcAft>
              <a:buSzPts val="1200"/>
              <a:buChar char="○"/>
              <a:defRPr sz="1200"/>
            </a:lvl2pPr>
            <a:lvl3pPr marL="1371600" lvl="2" indent="-304800" rtl="0">
              <a:spcBef>
                <a:spcPts val="1600"/>
              </a:spcBef>
              <a:spcAft>
                <a:spcPts val="0"/>
              </a:spcAft>
              <a:buSzPts val="1200"/>
              <a:buChar char="■"/>
              <a:defRPr sz="1200"/>
            </a:lvl3pPr>
            <a:lvl4pPr marL="1828800" lvl="3" indent="-304800" rtl="0">
              <a:spcBef>
                <a:spcPts val="1600"/>
              </a:spcBef>
              <a:spcAft>
                <a:spcPts val="0"/>
              </a:spcAft>
              <a:buSzPts val="1200"/>
              <a:buChar char="●"/>
              <a:defRPr sz="1200"/>
            </a:lvl4pPr>
            <a:lvl5pPr marL="2286000" lvl="4" indent="-304800" rtl="0">
              <a:spcBef>
                <a:spcPts val="1600"/>
              </a:spcBef>
              <a:spcAft>
                <a:spcPts val="0"/>
              </a:spcAft>
              <a:buSzPts val="1200"/>
              <a:buChar char="○"/>
              <a:defRPr sz="1200"/>
            </a:lvl5pPr>
            <a:lvl6pPr marL="2743200" lvl="5" indent="-304800" rtl="0">
              <a:spcBef>
                <a:spcPts val="1600"/>
              </a:spcBef>
              <a:spcAft>
                <a:spcPts val="0"/>
              </a:spcAft>
              <a:buSzPts val="1200"/>
              <a:buChar char="■"/>
              <a:defRPr sz="1200"/>
            </a:lvl6pPr>
            <a:lvl7pPr marL="3200400" lvl="6" indent="-304800" rtl="0">
              <a:spcBef>
                <a:spcPts val="1600"/>
              </a:spcBef>
              <a:spcAft>
                <a:spcPts val="0"/>
              </a:spcAft>
              <a:buSzPts val="1200"/>
              <a:buChar char="●"/>
              <a:defRPr sz="1200"/>
            </a:lvl7pPr>
            <a:lvl8pPr marL="3657600" lvl="7" indent="-304800" rtl="0">
              <a:spcBef>
                <a:spcPts val="1600"/>
              </a:spcBef>
              <a:spcAft>
                <a:spcPts val="0"/>
              </a:spcAft>
              <a:buSzPts val="1200"/>
              <a:buChar char="○"/>
              <a:defRPr sz="1200"/>
            </a:lvl8pPr>
            <a:lvl9pPr marL="4114800" lvl="8" indent="-304800" rtl="0">
              <a:spcBef>
                <a:spcPts val="1600"/>
              </a:spcBef>
              <a:spcAft>
                <a:spcPts val="1600"/>
              </a:spcAft>
              <a:buSzPts val="1200"/>
              <a:buChar char="■"/>
              <a:defRPr sz="1200"/>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2"/>
        <p:cNvGrpSpPr/>
        <p:nvPr/>
      </p:nvGrpSpPr>
      <p:grpSpPr>
        <a:xfrm>
          <a:off x="0" y="0"/>
          <a:ext cx="0" cy="0"/>
          <a:chOff x="0" y="0"/>
          <a:chExt cx="0" cy="0"/>
        </a:xfrm>
      </p:grpSpPr>
      <p:sp>
        <p:nvSpPr>
          <p:cNvPr id="23" name="Google Shape;23;p6"/>
          <p:cNvSpPr txBox="1">
            <a:spLocks noGrp="1"/>
          </p:cNvSpPr>
          <p:nvPr>
            <p:ph type="title"/>
          </p:nvPr>
        </p:nvSpPr>
        <p:spPr>
          <a:xfrm>
            <a:off x="264945" y="870271"/>
            <a:ext cx="7242600" cy="11199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pic>
        <p:nvPicPr>
          <p:cNvPr id="24" name="Google Shape;24;p6"/>
          <p:cNvPicPr preferRelativeResize="0"/>
          <p:nvPr/>
        </p:nvPicPr>
        <p:blipFill>
          <a:blip r:embed="rId2">
            <a:alphaModFix/>
          </a:blip>
          <a:stretch>
            <a:fillRect/>
          </a:stretch>
        </p:blipFill>
        <p:spPr>
          <a:xfrm>
            <a:off x="338800" y="251396"/>
            <a:ext cx="1250250" cy="618875"/>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5"/>
        <p:cNvGrpSpPr/>
        <p:nvPr/>
      </p:nvGrpSpPr>
      <p:grpSpPr>
        <a:xfrm>
          <a:off x="0" y="0"/>
          <a:ext cx="0" cy="0"/>
          <a:chOff x="0" y="0"/>
          <a:chExt cx="0" cy="0"/>
        </a:xfrm>
      </p:grpSpPr>
      <p:sp>
        <p:nvSpPr>
          <p:cNvPr id="26" name="Google Shape;26;p7"/>
          <p:cNvSpPr txBox="1">
            <a:spLocks noGrp="1"/>
          </p:cNvSpPr>
          <p:nvPr>
            <p:ph type="title"/>
          </p:nvPr>
        </p:nvSpPr>
        <p:spPr>
          <a:xfrm>
            <a:off x="264945" y="1086507"/>
            <a:ext cx="2386800" cy="14778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27" name="Google Shape;27;p7"/>
          <p:cNvSpPr txBox="1">
            <a:spLocks noGrp="1"/>
          </p:cNvSpPr>
          <p:nvPr>
            <p:ph type="body" idx="1"/>
          </p:nvPr>
        </p:nvSpPr>
        <p:spPr>
          <a:xfrm>
            <a:off x="264945" y="2717440"/>
            <a:ext cx="2386800" cy="6217500"/>
          </a:xfrm>
          <a:prstGeom prst="rect">
            <a:avLst/>
          </a:prstGeom>
        </p:spPr>
        <p:txBody>
          <a:bodyPr spcFirstLastPara="1" wrap="square" lIns="91425" tIns="91425" rIns="91425" bIns="91425" anchor="t" anchorCtr="0">
            <a:noAutofit/>
          </a:bodyPr>
          <a:lstStyle>
            <a:lvl1pPr marL="457200" lvl="0" indent="-304800" rtl="0">
              <a:spcBef>
                <a:spcPts val="0"/>
              </a:spcBef>
              <a:spcAft>
                <a:spcPts val="0"/>
              </a:spcAft>
              <a:buSzPts val="1200"/>
              <a:buChar char="●"/>
              <a:defRPr sz="1200"/>
            </a:lvl1pPr>
            <a:lvl2pPr marL="914400" lvl="1" indent="-304800" rtl="0">
              <a:spcBef>
                <a:spcPts val="1600"/>
              </a:spcBef>
              <a:spcAft>
                <a:spcPts val="0"/>
              </a:spcAft>
              <a:buSzPts val="1200"/>
              <a:buChar char="○"/>
              <a:defRPr sz="1200"/>
            </a:lvl2pPr>
            <a:lvl3pPr marL="1371600" lvl="2" indent="-304800" rtl="0">
              <a:spcBef>
                <a:spcPts val="1600"/>
              </a:spcBef>
              <a:spcAft>
                <a:spcPts val="0"/>
              </a:spcAft>
              <a:buSzPts val="1200"/>
              <a:buChar char="■"/>
              <a:defRPr sz="1200"/>
            </a:lvl3pPr>
            <a:lvl4pPr marL="1828800" lvl="3" indent="-304800" rtl="0">
              <a:spcBef>
                <a:spcPts val="1600"/>
              </a:spcBef>
              <a:spcAft>
                <a:spcPts val="0"/>
              </a:spcAft>
              <a:buSzPts val="1200"/>
              <a:buChar char="●"/>
              <a:defRPr sz="1200"/>
            </a:lvl4pPr>
            <a:lvl5pPr marL="2286000" lvl="4" indent="-304800" rtl="0">
              <a:spcBef>
                <a:spcPts val="1600"/>
              </a:spcBef>
              <a:spcAft>
                <a:spcPts val="0"/>
              </a:spcAft>
              <a:buSzPts val="1200"/>
              <a:buChar char="○"/>
              <a:defRPr sz="1200"/>
            </a:lvl5pPr>
            <a:lvl6pPr marL="2743200" lvl="5" indent="-304800" rtl="0">
              <a:spcBef>
                <a:spcPts val="1600"/>
              </a:spcBef>
              <a:spcAft>
                <a:spcPts val="0"/>
              </a:spcAft>
              <a:buSzPts val="1200"/>
              <a:buChar char="■"/>
              <a:defRPr sz="1200"/>
            </a:lvl6pPr>
            <a:lvl7pPr marL="3200400" lvl="6" indent="-304800" rtl="0">
              <a:spcBef>
                <a:spcPts val="1600"/>
              </a:spcBef>
              <a:spcAft>
                <a:spcPts val="0"/>
              </a:spcAft>
              <a:buSzPts val="1200"/>
              <a:buChar char="●"/>
              <a:defRPr sz="1200"/>
            </a:lvl7pPr>
            <a:lvl8pPr marL="3657600" lvl="7" indent="-304800" rtl="0">
              <a:spcBef>
                <a:spcPts val="1600"/>
              </a:spcBef>
              <a:spcAft>
                <a:spcPts val="0"/>
              </a:spcAft>
              <a:buSzPts val="1200"/>
              <a:buChar char="○"/>
              <a:defRPr sz="1200"/>
            </a:lvl8pPr>
            <a:lvl9pPr marL="4114800" lvl="8" indent="-304800" rtl="0">
              <a:spcBef>
                <a:spcPts val="1600"/>
              </a:spcBef>
              <a:spcAft>
                <a:spcPts val="1600"/>
              </a:spcAft>
              <a:buSzPts val="1200"/>
              <a:buChar char="■"/>
              <a:defRPr sz="1200"/>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28"/>
        <p:cNvGrpSpPr/>
        <p:nvPr/>
      </p:nvGrpSpPr>
      <p:grpSpPr>
        <a:xfrm>
          <a:off x="0" y="0"/>
          <a:ext cx="0" cy="0"/>
          <a:chOff x="0" y="0"/>
          <a:chExt cx="0" cy="0"/>
        </a:xfrm>
      </p:grpSpPr>
      <p:sp>
        <p:nvSpPr>
          <p:cNvPr id="29" name="Google Shape;29;p8"/>
          <p:cNvSpPr txBox="1">
            <a:spLocks noGrp="1"/>
          </p:cNvSpPr>
          <p:nvPr>
            <p:ph type="title"/>
          </p:nvPr>
        </p:nvSpPr>
        <p:spPr>
          <a:xfrm>
            <a:off x="416713" y="880293"/>
            <a:ext cx="5412600" cy="7999800"/>
          </a:xfrm>
          <a:prstGeom prst="rect">
            <a:avLst/>
          </a:prstGeom>
        </p:spPr>
        <p:txBody>
          <a:bodyPr spcFirstLastPara="1" wrap="square" lIns="91425" tIns="91425" rIns="91425" bIns="91425" anchor="ctr" anchorCtr="0">
            <a:noAutofit/>
          </a:bodyPr>
          <a:lstStyle>
            <a:lvl1pPr lvl="0" rtl="0">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0"/>
        <p:cNvGrpSpPr/>
        <p:nvPr/>
      </p:nvGrpSpPr>
      <p:grpSpPr>
        <a:xfrm>
          <a:off x="0" y="0"/>
          <a:ext cx="0" cy="0"/>
          <a:chOff x="0" y="0"/>
          <a:chExt cx="0" cy="0"/>
        </a:xfrm>
      </p:grpSpPr>
      <p:sp>
        <p:nvSpPr>
          <p:cNvPr id="31" name="Google Shape;31;p9"/>
          <p:cNvSpPr/>
          <p:nvPr/>
        </p:nvSpPr>
        <p:spPr>
          <a:xfrm>
            <a:off x="3886200" y="-244"/>
            <a:ext cx="3886200" cy="100584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2;p9"/>
          <p:cNvSpPr txBox="1">
            <a:spLocks noGrp="1"/>
          </p:cNvSpPr>
          <p:nvPr>
            <p:ph type="title"/>
          </p:nvPr>
        </p:nvSpPr>
        <p:spPr>
          <a:xfrm>
            <a:off x="225675" y="2411542"/>
            <a:ext cx="3438300" cy="28986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4200"/>
              <a:buNone/>
              <a:defRPr sz="4200"/>
            </a:lvl1pPr>
            <a:lvl2pPr lvl="1" algn="ctr" rtl="0">
              <a:spcBef>
                <a:spcPts val="0"/>
              </a:spcBef>
              <a:spcAft>
                <a:spcPts val="0"/>
              </a:spcAft>
              <a:buSzPts val="4200"/>
              <a:buNone/>
              <a:defRPr sz="4200"/>
            </a:lvl2pPr>
            <a:lvl3pPr lvl="2" algn="ctr" rtl="0">
              <a:spcBef>
                <a:spcPts val="0"/>
              </a:spcBef>
              <a:spcAft>
                <a:spcPts val="0"/>
              </a:spcAft>
              <a:buSzPts val="4200"/>
              <a:buNone/>
              <a:defRPr sz="4200"/>
            </a:lvl3pPr>
            <a:lvl4pPr lvl="3" algn="ctr" rtl="0">
              <a:spcBef>
                <a:spcPts val="0"/>
              </a:spcBef>
              <a:spcAft>
                <a:spcPts val="0"/>
              </a:spcAft>
              <a:buSzPts val="4200"/>
              <a:buNone/>
              <a:defRPr sz="4200"/>
            </a:lvl4pPr>
            <a:lvl5pPr lvl="4" algn="ctr" rtl="0">
              <a:spcBef>
                <a:spcPts val="0"/>
              </a:spcBef>
              <a:spcAft>
                <a:spcPts val="0"/>
              </a:spcAft>
              <a:buSzPts val="4200"/>
              <a:buNone/>
              <a:defRPr sz="4200"/>
            </a:lvl5pPr>
            <a:lvl6pPr lvl="5" algn="ctr" rtl="0">
              <a:spcBef>
                <a:spcPts val="0"/>
              </a:spcBef>
              <a:spcAft>
                <a:spcPts val="0"/>
              </a:spcAft>
              <a:buSzPts val="4200"/>
              <a:buNone/>
              <a:defRPr sz="4200"/>
            </a:lvl6pPr>
            <a:lvl7pPr lvl="6" algn="ctr" rtl="0">
              <a:spcBef>
                <a:spcPts val="0"/>
              </a:spcBef>
              <a:spcAft>
                <a:spcPts val="0"/>
              </a:spcAft>
              <a:buSzPts val="4200"/>
              <a:buNone/>
              <a:defRPr sz="4200"/>
            </a:lvl7pPr>
            <a:lvl8pPr lvl="7" algn="ctr" rtl="0">
              <a:spcBef>
                <a:spcPts val="0"/>
              </a:spcBef>
              <a:spcAft>
                <a:spcPts val="0"/>
              </a:spcAft>
              <a:buSzPts val="4200"/>
              <a:buNone/>
              <a:defRPr sz="4200"/>
            </a:lvl8pPr>
            <a:lvl9pPr lvl="8" algn="ctr" rtl="0">
              <a:spcBef>
                <a:spcPts val="0"/>
              </a:spcBef>
              <a:spcAft>
                <a:spcPts val="0"/>
              </a:spcAft>
              <a:buSzPts val="4200"/>
              <a:buNone/>
              <a:defRPr sz="4200"/>
            </a:lvl9pPr>
          </a:lstStyle>
          <a:p>
            <a:endParaRPr/>
          </a:p>
        </p:txBody>
      </p:sp>
      <p:sp>
        <p:nvSpPr>
          <p:cNvPr id="33" name="Google Shape;33;p9"/>
          <p:cNvSpPr txBox="1">
            <a:spLocks noGrp="1"/>
          </p:cNvSpPr>
          <p:nvPr>
            <p:ph type="subTitle" idx="1"/>
          </p:nvPr>
        </p:nvSpPr>
        <p:spPr>
          <a:xfrm>
            <a:off x="225675" y="5481569"/>
            <a:ext cx="3438300" cy="24153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100"/>
              <a:buNone/>
              <a:defRPr sz="2100"/>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None/>
              <a:defRPr sz="2100"/>
            </a:lvl4pPr>
            <a:lvl5pPr lvl="4" algn="ctr" rtl="0">
              <a:lnSpc>
                <a:spcPct val="100000"/>
              </a:lnSpc>
              <a:spcBef>
                <a:spcPts val="0"/>
              </a:spcBef>
              <a:spcAft>
                <a:spcPts val="0"/>
              </a:spcAft>
              <a:buSzPts val="2100"/>
              <a:buNone/>
              <a:defRPr sz="2100"/>
            </a:lvl5pPr>
            <a:lvl6pPr lvl="5" algn="ctr" rtl="0">
              <a:lnSpc>
                <a:spcPct val="100000"/>
              </a:lnSpc>
              <a:spcBef>
                <a:spcPts val="0"/>
              </a:spcBef>
              <a:spcAft>
                <a:spcPts val="0"/>
              </a:spcAft>
              <a:buSzPts val="2100"/>
              <a:buNone/>
              <a:defRPr sz="2100"/>
            </a:lvl6pPr>
            <a:lvl7pPr lvl="6" algn="ctr" rtl="0">
              <a:lnSpc>
                <a:spcPct val="100000"/>
              </a:lnSpc>
              <a:spcBef>
                <a:spcPts val="0"/>
              </a:spcBef>
              <a:spcAft>
                <a:spcPts val="0"/>
              </a:spcAft>
              <a:buSzPts val="2100"/>
              <a:buNone/>
              <a:defRPr sz="2100"/>
            </a:lvl7pPr>
            <a:lvl8pPr lvl="7" algn="ctr" rtl="0">
              <a:lnSpc>
                <a:spcPct val="100000"/>
              </a:lnSpc>
              <a:spcBef>
                <a:spcPts val="0"/>
              </a:spcBef>
              <a:spcAft>
                <a:spcPts val="0"/>
              </a:spcAft>
              <a:buSzPts val="2100"/>
              <a:buNone/>
              <a:defRPr sz="2100"/>
            </a:lvl8pPr>
            <a:lvl9pPr lvl="8" algn="ctr" rtl="0">
              <a:lnSpc>
                <a:spcPct val="100000"/>
              </a:lnSpc>
              <a:spcBef>
                <a:spcPts val="0"/>
              </a:spcBef>
              <a:spcAft>
                <a:spcPts val="0"/>
              </a:spcAft>
              <a:buSzPts val="2100"/>
              <a:buNone/>
              <a:defRPr sz="2100"/>
            </a:lvl9pPr>
          </a:lstStyle>
          <a:p>
            <a:endParaRPr/>
          </a:p>
        </p:txBody>
      </p:sp>
      <p:sp>
        <p:nvSpPr>
          <p:cNvPr id="34" name="Google Shape;34;p9"/>
          <p:cNvSpPr txBox="1">
            <a:spLocks noGrp="1"/>
          </p:cNvSpPr>
          <p:nvPr>
            <p:ph type="body" idx="2"/>
          </p:nvPr>
        </p:nvSpPr>
        <p:spPr>
          <a:xfrm>
            <a:off x="4198575" y="1415969"/>
            <a:ext cx="3261300" cy="7226100"/>
          </a:xfrm>
          <a:prstGeom prst="rect">
            <a:avLst/>
          </a:prstGeom>
        </p:spPr>
        <p:txBody>
          <a:bodyPr spcFirstLastPara="1" wrap="square" lIns="91425" tIns="91425" rIns="91425" bIns="91425" anchor="ctr" anchorCtr="0">
            <a:noAutofit/>
          </a:bodyPr>
          <a:lstStyle>
            <a:lvl1pPr marL="457200" lvl="0" indent="-342900" rtl="0">
              <a:spcBef>
                <a:spcPts val="0"/>
              </a:spcBef>
              <a:spcAft>
                <a:spcPts val="0"/>
              </a:spcAft>
              <a:buSzPts val="1800"/>
              <a:buChar char="●"/>
              <a:defRPr/>
            </a:lvl1pPr>
            <a:lvl2pPr marL="914400" lvl="1" indent="-317500" rtl="0">
              <a:spcBef>
                <a:spcPts val="1600"/>
              </a:spcBef>
              <a:spcAft>
                <a:spcPts val="0"/>
              </a:spcAft>
              <a:buSzPts val="1400"/>
              <a:buChar char="○"/>
              <a:defRPr/>
            </a:lvl2pPr>
            <a:lvl3pPr marL="1371600" lvl="2" indent="-317500" rtl="0">
              <a:spcBef>
                <a:spcPts val="1600"/>
              </a:spcBef>
              <a:spcAft>
                <a:spcPts val="0"/>
              </a:spcAft>
              <a:buSzPts val="1400"/>
              <a:buChar char="■"/>
              <a:defRPr/>
            </a:lvl3pPr>
            <a:lvl4pPr marL="1828800" lvl="3" indent="-317500" rtl="0">
              <a:spcBef>
                <a:spcPts val="1600"/>
              </a:spcBef>
              <a:spcAft>
                <a:spcPts val="0"/>
              </a:spcAft>
              <a:buSzPts val="1400"/>
              <a:buChar char="●"/>
              <a:defRPr/>
            </a:lvl4pPr>
            <a:lvl5pPr marL="2286000" lvl="4" indent="-317500" rtl="0">
              <a:spcBef>
                <a:spcPts val="1600"/>
              </a:spcBef>
              <a:spcAft>
                <a:spcPts val="0"/>
              </a:spcAft>
              <a:buSzPts val="1400"/>
              <a:buChar char="○"/>
              <a:defRPr/>
            </a:lvl5pPr>
            <a:lvl6pPr marL="2743200" lvl="5" indent="-317500" rtl="0">
              <a:spcBef>
                <a:spcPts val="1600"/>
              </a:spcBef>
              <a:spcAft>
                <a:spcPts val="0"/>
              </a:spcAft>
              <a:buSzPts val="1400"/>
              <a:buChar char="■"/>
              <a:defRPr/>
            </a:lvl6pPr>
            <a:lvl7pPr marL="3200400" lvl="6" indent="-317500" rtl="0">
              <a:spcBef>
                <a:spcPts val="1600"/>
              </a:spcBef>
              <a:spcAft>
                <a:spcPts val="0"/>
              </a:spcAft>
              <a:buSzPts val="1400"/>
              <a:buChar char="●"/>
              <a:defRPr/>
            </a:lvl7pPr>
            <a:lvl8pPr marL="3657600" lvl="7" indent="-317500" rtl="0">
              <a:spcBef>
                <a:spcPts val="1600"/>
              </a:spcBef>
              <a:spcAft>
                <a:spcPts val="0"/>
              </a:spcAft>
              <a:buSzPts val="1400"/>
              <a:buChar char="○"/>
              <a:defRPr/>
            </a:lvl8pPr>
            <a:lvl9pPr marL="4114800" lvl="8" indent="-317500" rtl="0">
              <a:spcBef>
                <a:spcPts val="1600"/>
              </a:spcBef>
              <a:spcAft>
                <a:spcPts val="1600"/>
              </a:spcAft>
              <a:buSzPts val="1400"/>
              <a:buChar char="■"/>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35"/>
        <p:cNvGrpSpPr/>
        <p:nvPr/>
      </p:nvGrpSpPr>
      <p:grpSpPr>
        <a:xfrm>
          <a:off x="0" y="0"/>
          <a:ext cx="0" cy="0"/>
          <a:chOff x="0" y="0"/>
          <a:chExt cx="0" cy="0"/>
        </a:xfrm>
      </p:grpSpPr>
      <p:sp>
        <p:nvSpPr>
          <p:cNvPr id="36" name="Google Shape;36;p10"/>
          <p:cNvSpPr txBox="1">
            <a:spLocks noGrp="1"/>
          </p:cNvSpPr>
          <p:nvPr>
            <p:ph type="body" idx="1"/>
          </p:nvPr>
        </p:nvSpPr>
        <p:spPr>
          <a:xfrm>
            <a:off x="264945" y="8273124"/>
            <a:ext cx="5099100" cy="1183200"/>
          </a:xfrm>
          <a:prstGeom prst="rect">
            <a:avLst/>
          </a:prstGeom>
        </p:spPr>
        <p:txBody>
          <a:bodyPr spcFirstLastPara="1" wrap="square" lIns="91425" tIns="91425" rIns="91425" bIns="91425" anchor="ctr" anchorCtr="0">
            <a:noAutofit/>
          </a:bodyPr>
          <a:lstStyle>
            <a:lvl1pPr marL="457200" lvl="0" indent="-228600" rtl="0">
              <a:lnSpc>
                <a:spcPct val="100000"/>
              </a:lnSpc>
              <a:spcBef>
                <a:spcPts val="0"/>
              </a:spcBef>
              <a:spcAft>
                <a:spcPts val="0"/>
              </a:spcAft>
              <a:buSzPts val="1800"/>
              <a:buNone/>
              <a:defRPr/>
            </a:lvl1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37"/>
        <p:cNvGrpSpPr/>
        <p:nvPr/>
      </p:nvGrpSpPr>
      <p:grpSpPr>
        <a:xfrm>
          <a:off x="0" y="0"/>
          <a:ext cx="0" cy="0"/>
          <a:chOff x="0" y="0"/>
          <a:chExt cx="0" cy="0"/>
        </a:xfrm>
      </p:grpSpPr>
      <p:sp>
        <p:nvSpPr>
          <p:cNvPr id="38" name="Google Shape;38;p11"/>
          <p:cNvSpPr txBox="1">
            <a:spLocks noGrp="1"/>
          </p:cNvSpPr>
          <p:nvPr>
            <p:ph type="title" hasCustomPrompt="1"/>
          </p:nvPr>
        </p:nvSpPr>
        <p:spPr>
          <a:xfrm>
            <a:off x="264945" y="2163089"/>
            <a:ext cx="7242600" cy="3839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2000"/>
              <a:buNone/>
              <a:defRPr sz="12000"/>
            </a:lvl1pPr>
            <a:lvl2pPr lvl="1" algn="ctr" rtl="0">
              <a:spcBef>
                <a:spcPts val="0"/>
              </a:spcBef>
              <a:spcAft>
                <a:spcPts val="0"/>
              </a:spcAft>
              <a:buSzPts val="12000"/>
              <a:buNone/>
              <a:defRPr sz="12000"/>
            </a:lvl2pPr>
            <a:lvl3pPr lvl="2" algn="ctr" rtl="0">
              <a:spcBef>
                <a:spcPts val="0"/>
              </a:spcBef>
              <a:spcAft>
                <a:spcPts val="0"/>
              </a:spcAft>
              <a:buSzPts val="12000"/>
              <a:buNone/>
              <a:defRPr sz="12000"/>
            </a:lvl3pPr>
            <a:lvl4pPr lvl="3" algn="ctr" rtl="0">
              <a:spcBef>
                <a:spcPts val="0"/>
              </a:spcBef>
              <a:spcAft>
                <a:spcPts val="0"/>
              </a:spcAft>
              <a:buSzPts val="12000"/>
              <a:buNone/>
              <a:defRPr sz="12000"/>
            </a:lvl4pPr>
            <a:lvl5pPr lvl="4" algn="ctr" rtl="0">
              <a:spcBef>
                <a:spcPts val="0"/>
              </a:spcBef>
              <a:spcAft>
                <a:spcPts val="0"/>
              </a:spcAft>
              <a:buSzPts val="12000"/>
              <a:buNone/>
              <a:defRPr sz="12000"/>
            </a:lvl5pPr>
            <a:lvl6pPr lvl="5" algn="ctr" rtl="0">
              <a:spcBef>
                <a:spcPts val="0"/>
              </a:spcBef>
              <a:spcAft>
                <a:spcPts val="0"/>
              </a:spcAft>
              <a:buSzPts val="12000"/>
              <a:buNone/>
              <a:defRPr sz="12000"/>
            </a:lvl6pPr>
            <a:lvl7pPr lvl="6" algn="ctr" rtl="0">
              <a:spcBef>
                <a:spcPts val="0"/>
              </a:spcBef>
              <a:spcAft>
                <a:spcPts val="0"/>
              </a:spcAft>
              <a:buSzPts val="12000"/>
              <a:buNone/>
              <a:defRPr sz="12000"/>
            </a:lvl7pPr>
            <a:lvl8pPr lvl="7" algn="ctr" rtl="0">
              <a:spcBef>
                <a:spcPts val="0"/>
              </a:spcBef>
              <a:spcAft>
                <a:spcPts val="0"/>
              </a:spcAft>
              <a:buSzPts val="12000"/>
              <a:buNone/>
              <a:defRPr sz="12000"/>
            </a:lvl8pPr>
            <a:lvl9pPr lvl="8" algn="ctr" rtl="0">
              <a:spcBef>
                <a:spcPts val="0"/>
              </a:spcBef>
              <a:spcAft>
                <a:spcPts val="0"/>
              </a:spcAft>
              <a:buSzPts val="12000"/>
              <a:buNone/>
              <a:defRPr sz="12000"/>
            </a:lvl9pPr>
          </a:lstStyle>
          <a:p>
            <a:r>
              <a:t>xx%</a:t>
            </a:r>
          </a:p>
        </p:txBody>
      </p:sp>
      <p:sp>
        <p:nvSpPr>
          <p:cNvPr id="39" name="Google Shape;39;p11"/>
          <p:cNvSpPr txBox="1">
            <a:spLocks noGrp="1"/>
          </p:cNvSpPr>
          <p:nvPr>
            <p:ph type="body" idx="1"/>
          </p:nvPr>
        </p:nvSpPr>
        <p:spPr>
          <a:xfrm>
            <a:off x="264945" y="6164351"/>
            <a:ext cx="7242600" cy="2543700"/>
          </a:xfrm>
          <a:prstGeom prst="rect">
            <a:avLst/>
          </a:prstGeom>
        </p:spPr>
        <p:txBody>
          <a:bodyPr spcFirstLastPara="1" wrap="square" lIns="91425" tIns="91425" rIns="91425" bIns="91425" anchor="t" anchorCtr="0">
            <a:noAutofit/>
          </a:bodyPr>
          <a:lstStyle>
            <a:lvl1pPr marL="457200" lvl="0" indent="-342900" algn="ctr" rtl="0">
              <a:spcBef>
                <a:spcPts val="0"/>
              </a:spcBef>
              <a:spcAft>
                <a:spcPts val="0"/>
              </a:spcAft>
              <a:buSzPts val="1800"/>
              <a:buChar char="●"/>
              <a:defRPr/>
            </a:lvl1pPr>
            <a:lvl2pPr marL="914400" lvl="1" indent="-317500" algn="ctr" rtl="0">
              <a:spcBef>
                <a:spcPts val="1600"/>
              </a:spcBef>
              <a:spcAft>
                <a:spcPts val="0"/>
              </a:spcAft>
              <a:buSzPts val="1400"/>
              <a:buChar char="○"/>
              <a:defRPr/>
            </a:lvl2pPr>
            <a:lvl3pPr marL="1371600" lvl="2" indent="-317500" algn="ctr" rtl="0">
              <a:spcBef>
                <a:spcPts val="1600"/>
              </a:spcBef>
              <a:spcAft>
                <a:spcPts val="0"/>
              </a:spcAft>
              <a:buSzPts val="1400"/>
              <a:buChar char="■"/>
              <a:defRPr/>
            </a:lvl3pPr>
            <a:lvl4pPr marL="1828800" lvl="3" indent="-317500" algn="ctr" rtl="0">
              <a:spcBef>
                <a:spcPts val="1600"/>
              </a:spcBef>
              <a:spcAft>
                <a:spcPts val="0"/>
              </a:spcAft>
              <a:buSzPts val="1400"/>
              <a:buChar char="●"/>
              <a:defRPr/>
            </a:lvl4pPr>
            <a:lvl5pPr marL="2286000" lvl="4" indent="-317500" algn="ctr" rtl="0">
              <a:spcBef>
                <a:spcPts val="1600"/>
              </a:spcBef>
              <a:spcAft>
                <a:spcPts val="0"/>
              </a:spcAft>
              <a:buSzPts val="1400"/>
              <a:buChar char="○"/>
              <a:defRPr/>
            </a:lvl5pPr>
            <a:lvl6pPr marL="2743200" lvl="5" indent="-317500" algn="ctr" rtl="0">
              <a:spcBef>
                <a:spcPts val="1600"/>
              </a:spcBef>
              <a:spcAft>
                <a:spcPts val="0"/>
              </a:spcAft>
              <a:buSzPts val="1400"/>
              <a:buChar char="■"/>
              <a:defRPr/>
            </a:lvl6pPr>
            <a:lvl7pPr marL="3200400" lvl="6" indent="-317500" algn="ctr" rtl="0">
              <a:spcBef>
                <a:spcPts val="1600"/>
              </a:spcBef>
              <a:spcAft>
                <a:spcPts val="0"/>
              </a:spcAft>
              <a:buSzPts val="1400"/>
              <a:buChar char="●"/>
              <a:defRPr/>
            </a:lvl7pPr>
            <a:lvl8pPr marL="3657600" lvl="7" indent="-317500" algn="ctr" rtl="0">
              <a:spcBef>
                <a:spcPts val="1600"/>
              </a:spcBef>
              <a:spcAft>
                <a:spcPts val="0"/>
              </a:spcAft>
              <a:buSzPts val="1400"/>
              <a:buChar char="○"/>
              <a:defRPr/>
            </a:lvl8pPr>
            <a:lvl9pPr marL="4114800" lvl="8" indent="-317500" algn="ctr" rtl="0">
              <a:spcBef>
                <a:spcPts val="1600"/>
              </a:spcBef>
              <a:spcAft>
                <a:spcPts val="1600"/>
              </a:spcAft>
              <a:buSzPts val="1400"/>
              <a:buChar char="■"/>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0"/>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46"/>
        <p:cNvGrpSpPr/>
        <p:nvPr/>
      </p:nvGrpSpPr>
      <p:grpSpPr>
        <a:xfrm>
          <a:off x="0" y="0"/>
          <a:ext cx="0" cy="0"/>
          <a:chOff x="0" y="0"/>
          <a:chExt cx="0" cy="0"/>
        </a:xfrm>
      </p:grpSpPr>
      <p:sp>
        <p:nvSpPr>
          <p:cNvPr id="47" name="Google Shape;47;p14"/>
          <p:cNvSpPr txBox="1">
            <a:spLocks noGrp="1"/>
          </p:cNvSpPr>
          <p:nvPr>
            <p:ph type="ctrTitle"/>
          </p:nvPr>
        </p:nvSpPr>
        <p:spPr>
          <a:xfrm>
            <a:off x="264952" y="1456058"/>
            <a:ext cx="7242600" cy="4014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5200"/>
              <a:buFont typeface="Open Sans"/>
              <a:buNone/>
              <a:defRPr sz="5200">
                <a:latin typeface="Open Sans"/>
                <a:ea typeface="Open Sans"/>
                <a:cs typeface="Open Sans"/>
                <a:sym typeface="Open Sans"/>
              </a:defRPr>
            </a:lvl1pPr>
            <a:lvl2pPr lvl="1" algn="ctr" rtl="0">
              <a:spcBef>
                <a:spcPts val="0"/>
              </a:spcBef>
              <a:spcAft>
                <a:spcPts val="0"/>
              </a:spcAft>
              <a:buSzPts val="5200"/>
              <a:buNone/>
              <a:defRPr sz="5200"/>
            </a:lvl2pPr>
            <a:lvl3pPr lvl="2" algn="ctr" rtl="0">
              <a:spcBef>
                <a:spcPts val="0"/>
              </a:spcBef>
              <a:spcAft>
                <a:spcPts val="0"/>
              </a:spcAft>
              <a:buSzPts val="5200"/>
              <a:buNone/>
              <a:defRPr sz="5200"/>
            </a:lvl3pPr>
            <a:lvl4pPr lvl="3" algn="ctr" rtl="0">
              <a:spcBef>
                <a:spcPts val="0"/>
              </a:spcBef>
              <a:spcAft>
                <a:spcPts val="0"/>
              </a:spcAft>
              <a:buSzPts val="5200"/>
              <a:buNone/>
              <a:defRPr sz="5200"/>
            </a:lvl4pPr>
            <a:lvl5pPr lvl="4" algn="ctr" rtl="0">
              <a:spcBef>
                <a:spcPts val="0"/>
              </a:spcBef>
              <a:spcAft>
                <a:spcPts val="0"/>
              </a:spcAft>
              <a:buSzPts val="5200"/>
              <a:buNone/>
              <a:defRPr sz="5200"/>
            </a:lvl5pPr>
            <a:lvl6pPr lvl="5" algn="ctr" rtl="0">
              <a:spcBef>
                <a:spcPts val="0"/>
              </a:spcBef>
              <a:spcAft>
                <a:spcPts val="0"/>
              </a:spcAft>
              <a:buSzPts val="5200"/>
              <a:buNone/>
              <a:defRPr sz="5200"/>
            </a:lvl6pPr>
            <a:lvl7pPr lvl="6" algn="ctr" rtl="0">
              <a:spcBef>
                <a:spcPts val="0"/>
              </a:spcBef>
              <a:spcAft>
                <a:spcPts val="0"/>
              </a:spcAft>
              <a:buSzPts val="5200"/>
              <a:buNone/>
              <a:defRPr sz="5200"/>
            </a:lvl7pPr>
            <a:lvl8pPr lvl="7" algn="ctr" rtl="0">
              <a:spcBef>
                <a:spcPts val="0"/>
              </a:spcBef>
              <a:spcAft>
                <a:spcPts val="0"/>
              </a:spcAft>
              <a:buSzPts val="5200"/>
              <a:buNone/>
              <a:defRPr sz="5200"/>
            </a:lvl8pPr>
            <a:lvl9pPr lvl="8" algn="ctr" rtl="0">
              <a:spcBef>
                <a:spcPts val="0"/>
              </a:spcBef>
              <a:spcAft>
                <a:spcPts val="0"/>
              </a:spcAft>
              <a:buSzPts val="5200"/>
              <a:buNone/>
              <a:defRPr sz="5200"/>
            </a:lvl9pPr>
          </a:lstStyle>
          <a:p>
            <a:endParaRPr/>
          </a:p>
        </p:txBody>
      </p:sp>
      <p:sp>
        <p:nvSpPr>
          <p:cNvPr id="48" name="Google Shape;48;p14"/>
          <p:cNvSpPr txBox="1">
            <a:spLocks noGrp="1"/>
          </p:cNvSpPr>
          <p:nvPr>
            <p:ph type="subTitle" idx="1"/>
          </p:nvPr>
        </p:nvSpPr>
        <p:spPr>
          <a:xfrm>
            <a:off x="264945" y="5542289"/>
            <a:ext cx="7242600" cy="1550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800"/>
              <a:buFont typeface="Open Sans"/>
              <a:buNone/>
              <a:defRPr sz="2800">
                <a:latin typeface="Open Sans"/>
                <a:ea typeface="Open Sans"/>
                <a:cs typeface="Open Sans"/>
                <a:sym typeface="Open Sans"/>
              </a:defRPr>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49" name="Google Shape;49;p14"/>
          <p:cNvSpPr txBox="1">
            <a:spLocks noGrp="1"/>
          </p:cNvSpPr>
          <p:nvPr>
            <p:ph type="sldNum" idx="12"/>
          </p:nvPr>
        </p:nvSpPr>
        <p:spPr>
          <a:xfrm>
            <a:off x="7201589" y="9119180"/>
            <a:ext cx="466500" cy="7698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rgbClr val="2E3D49"/>
        </a:solidFill>
        <a:effectLst/>
      </p:bgPr>
    </p:bg>
    <p:spTree>
      <p:nvGrpSpPr>
        <p:cNvPr id="1" name="Shape 50"/>
        <p:cNvGrpSpPr/>
        <p:nvPr/>
      </p:nvGrpSpPr>
      <p:grpSpPr>
        <a:xfrm>
          <a:off x="0" y="0"/>
          <a:ext cx="0" cy="0"/>
          <a:chOff x="0" y="0"/>
          <a:chExt cx="0" cy="0"/>
        </a:xfrm>
      </p:grpSpPr>
      <p:sp>
        <p:nvSpPr>
          <p:cNvPr id="51" name="Google Shape;51;p15"/>
          <p:cNvSpPr txBox="1">
            <a:spLocks noGrp="1"/>
          </p:cNvSpPr>
          <p:nvPr>
            <p:ph type="title"/>
          </p:nvPr>
        </p:nvSpPr>
        <p:spPr>
          <a:xfrm>
            <a:off x="264945" y="4206107"/>
            <a:ext cx="7242600" cy="16461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lt1"/>
              </a:buClr>
              <a:buSzPts val="3600"/>
              <a:buFont typeface="Open Sans"/>
              <a:buNone/>
              <a:defRPr sz="3600">
                <a:solidFill>
                  <a:schemeClr val="lt1"/>
                </a:solidFill>
                <a:latin typeface="Open Sans"/>
                <a:ea typeface="Open Sans"/>
                <a:cs typeface="Open Sans"/>
                <a:sym typeface="Open Sans"/>
              </a:defRPr>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52" name="Google Shape;52;p15"/>
          <p:cNvSpPr txBox="1">
            <a:spLocks noGrp="1"/>
          </p:cNvSpPr>
          <p:nvPr>
            <p:ph type="sldNum" idx="12"/>
          </p:nvPr>
        </p:nvSpPr>
        <p:spPr>
          <a:xfrm>
            <a:off x="7201589" y="9119180"/>
            <a:ext cx="466500" cy="7698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53"/>
        <p:cNvGrpSpPr/>
        <p:nvPr/>
      </p:nvGrpSpPr>
      <p:grpSpPr>
        <a:xfrm>
          <a:off x="0" y="0"/>
          <a:ext cx="0" cy="0"/>
          <a:chOff x="0" y="0"/>
          <a:chExt cx="0" cy="0"/>
        </a:xfrm>
      </p:grpSpPr>
      <p:sp>
        <p:nvSpPr>
          <p:cNvPr id="54" name="Google Shape;54;p16"/>
          <p:cNvSpPr txBox="1">
            <a:spLocks noGrp="1"/>
          </p:cNvSpPr>
          <p:nvPr>
            <p:ph type="title"/>
          </p:nvPr>
        </p:nvSpPr>
        <p:spPr>
          <a:xfrm>
            <a:off x="264945" y="870271"/>
            <a:ext cx="7242600" cy="1119900"/>
          </a:xfrm>
          <a:prstGeom prst="rect">
            <a:avLst/>
          </a:prstGeom>
        </p:spPr>
        <p:txBody>
          <a:bodyPr spcFirstLastPara="1" wrap="square" lIns="91425" tIns="91425" rIns="91425" bIns="91425" anchor="ctr" anchorCtr="0">
            <a:noAutofit/>
          </a:bodyPr>
          <a:lstStyle>
            <a:lvl1pPr lvl="0" rtl="0">
              <a:spcBef>
                <a:spcPts val="0"/>
              </a:spcBef>
              <a:spcAft>
                <a:spcPts val="0"/>
              </a:spcAft>
              <a:buSzPts val="30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55" name="Google Shape;55;p16"/>
          <p:cNvSpPr txBox="1">
            <a:spLocks noGrp="1"/>
          </p:cNvSpPr>
          <p:nvPr>
            <p:ph type="body" idx="1"/>
          </p:nvPr>
        </p:nvSpPr>
        <p:spPr>
          <a:xfrm>
            <a:off x="264945" y="2253729"/>
            <a:ext cx="7242600" cy="6681000"/>
          </a:xfrm>
          <a:prstGeom prst="rect">
            <a:avLst/>
          </a:prstGeom>
        </p:spPr>
        <p:txBody>
          <a:bodyPr spcFirstLastPara="1" wrap="square" lIns="91425" tIns="91425" rIns="91425" bIns="91425" anchor="t" anchorCtr="0">
            <a:noAutofit/>
          </a:bodyPr>
          <a:lstStyle>
            <a:lvl1pPr marL="457200" lvl="0" indent="-342900" rtl="0">
              <a:spcBef>
                <a:spcPts val="0"/>
              </a:spcBef>
              <a:spcAft>
                <a:spcPts val="0"/>
              </a:spcAft>
              <a:buClr>
                <a:srgbClr val="2E3D49"/>
              </a:buClr>
              <a:buSzPts val="1800"/>
              <a:buFont typeface="Open Sans"/>
              <a:buChar char="●"/>
              <a:defRPr>
                <a:solidFill>
                  <a:srgbClr val="2E3D49"/>
                </a:solidFill>
                <a:latin typeface="Open Sans"/>
                <a:ea typeface="Open Sans"/>
                <a:cs typeface="Open Sans"/>
                <a:sym typeface="Open Sans"/>
              </a:defRPr>
            </a:lvl1pPr>
            <a:lvl2pPr marL="914400" lvl="1" indent="-317500" rtl="0">
              <a:spcBef>
                <a:spcPts val="1600"/>
              </a:spcBef>
              <a:spcAft>
                <a:spcPts val="0"/>
              </a:spcAft>
              <a:buClr>
                <a:srgbClr val="2E3D49"/>
              </a:buClr>
              <a:buSzPts val="1400"/>
              <a:buFont typeface="Open Sans"/>
              <a:buChar char="○"/>
              <a:defRPr>
                <a:solidFill>
                  <a:srgbClr val="2E3D49"/>
                </a:solidFill>
                <a:latin typeface="Open Sans"/>
                <a:ea typeface="Open Sans"/>
                <a:cs typeface="Open Sans"/>
                <a:sym typeface="Open Sans"/>
              </a:defRPr>
            </a:lvl2pPr>
            <a:lvl3pPr marL="1371600" lvl="2" indent="-317500" rtl="0">
              <a:spcBef>
                <a:spcPts val="1600"/>
              </a:spcBef>
              <a:spcAft>
                <a:spcPts val="0"/>
              </a:spcAft>
              <a:buClr>
                <a:srgbClr val="2E3D49"/>
              </a:buClr>
              <a:buSzPts val="1400"/>
              <a:buFont typeface="Open Sans"/>
              <a:buChar char="■"/>
              <a:defRPr>
                <a:solidFill>
                  <a:srgbClr val="2E3D49"/>
                </a:solidFill>
                <a:latin typeface="Open Sans"/>
                <a:ea typeface="Open Sans"/>
                <a:cs typeface="Open Sans"/>
                <a:sym typeface="Open Sans"/>
              </a:defRPr>
            </a:lvl3pPr>
            <a:lvl4pPr marL="1828800" lvl="3" indent="-317500" rtl="0">
              <a:spcBef>
                <a:spcPts val="1600"/>
              </a:spcBef>
              <a:spcAft>
                <a:spcPts val="0"/>
              </a:spcAft>
              <a:buClr>
                <a:srgbClr val="2E3D49"/>
              </a:buClr>
              <a:buSzPts val="1400"/>
              <a:buFont typeface="Open Sans"/>
              <a:buChar char="●"/>
              <a:defRPr>
                <a:solidFill>
                  <a:srgbClr val="2E3D49"/>
                </a:solidFill>
                <a:latin typeface="Open Sans"/>
                <a:ea typeface="Open Sans"/>
                <a:cs typeface="Open Sans"/>
                <a:sym typeface="Open Sans"/>
              </a:defRPr>
            </a:lvl4pPr>
            <a:lvl5pPr marL="2286000" lvl="4" indent="-317500" rtl="0">
              <a:spcBef>
                <a:spcPts val="1600"/>
              </a:spcBef>
              <a:spcAft>
                <a:spcPts val="0"/>
              </a:spcAft>
              <a:buClr>
                <a:srgbClr val="2E3D49"/>
              </a:buClr>
              <a:buSzPts val="1400"/>
              <a:buFont typeface="Open Sans"/>
              <a:buChar char="○"/>
              <a:defRPr>
                <a:solidFill>
                  <a:srgbClr val="2E3D49"/>
                </a:solidFill>
                <a:latin typeface="Open Sans"/>
                <a:ea typeface="Open Sans"/>
                <a:cs typeface="Open Sans"/>
                <a:sym typeface="Open Sans"/>
              </a:defRPr>
            </a:lvl5pPr>
            <a:lvl6pPr marL="2743200" lvl="5" indent="-317500" rtl="0">
              <a:spcBef>
                <a:spcPts val="1600"/>
              </a:spcBef>
              <a:spcAft>
                <a:spcPts val="0"/>
              </a:spcAft>
              <a:buClr>
                <a:srgbClr val="2E3D49"/>
              </a:buClr>
              <a:buSzPts val="1400"/>
              <a:buFont typeface="Open Sans"/>
              <a:buChar char="■"/>
              <a:defRPr>
                <a:solidFill>
                  <a:srgbClr val="2E3D49"/>
                </a:solidFill>
                <a:latin typeface="Open Sans"/>
                <a:ea typeface="Open Sans"/>
                <a:cs typeface="Open Sans"/>
                <a:sym typeface="Open Sans"/>
              </a:defRPr>
            </a:lvl6pPr>
            <a:lvl7pPr marL="3200400" lvl="6" indent="-317500" rtl="0">
              <a:spcBef>
                <a:spcPts val="1600"/>
              </a:spcBef>
              <a:spcAft>
                <a:spcPts val="0"/>
              </a:spcAft>
              <a:buClr>
                <a:srgbClr val="2E3D49"/>
              </a:buClr>
              <a:buSzPts val="1400"/>
              <a:buFont typeface="Open Sans"/>
              <a:buChar char="●"/>
              <a:defRPr>
                <a:solidFill>
                  <a:srgbClr val="2E3D49"/>
                </a:solidFill>
                <a:latin typeface="Open Sans"/>
                <a:ea typeface="Open Sans"/>
                <a:cs typeface="Open Sans"/>
                <a:sym typeface="Open Sans"/>
              </a:defRPr>
            </a:lvl7pPr>
            <a:lvl8pPr marL="3657600" lvl="7" indent="-317500" rtl="0">
              <a:spcBef>
                <a:spcPts val="1600"/>
              </a:spcBef>
              <a:spcAft>
                <a:spcPts val="0"/>
              </a:spcAft>
              <a:buClr>
                <a:srgbClr val="2E3D49"/>
              </a:buClr>
              <a:buSzPts val="1400"/>
              <a:buFont typeface="Open Sans"/>
              <a:buChar char="○"/>
              <a:defRPr>
                <a:solidFill>
                  <a:srgbClr val="2E3D49"/>
                </a:solidFill>
                <a:latin typeface="Open Sans"/>
                <a:ea typeface="Open Sans"/>
                <a:cs typeface="Open Sans"/>
                <a:sym typeface="Open Sans"/>
              </a:defRPr>
            </a:lvl8pPr>
            <a:lvl9pPr marL="4114800" lvl="8" indent="-317500" rtl="0">
              <a:spcBef>
                <a:spcPts val="1600"/>
              </a:spcBef>
              <a:spcAft>
                <a:spcPts val="1600"/>
              </a:spcAft>
              <a:buClr>
                <a:srgbClr val="2E3D49"/>
              </a:buClr>
              <a:buSzPts val="1400"/>
              <a:buFont typeface="Open Sans"/>
              <a:buChar char="■"/>
              <a:defRPr>
                <a:solidFill>
                  <a:srgbClr val="2E3D49"/>
                </a:solidFill>
                <a:latin typeface="Open Sans"/>
                <a:ea typeface="Open Sans"/>
                <a:cs typeface="Open Sans"/>
                <a:sym typeface="Open Sans"/>
              </a:defRPr>
            </a:lvl9pPr>
          </a:lstStyle>
          <a:p>
            <a:endParaRPr/>
          </a:p>
        </p:txBody>
      </p:sp>
      <p:sp>
        <p:nvSpPr>
          <p:cNvPr id="56" name="Google Shape;56;p16"/>
          <p:cNvSpPr txBox="1">
            <a:spLocks noGrp="1"/>
          </p:cNvSpPr>
          <p:nvPr>
            <p:ph type="sldNum" idx="12"/>
          </p:nvPr>
        </p:nvSpPr>
        <p:spPr>
          <a:xfrm>
            <a:off x="7201589" y="9119180"/>
            <a:ext cx="466500" cy="7698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57" name="Google Shape;57;p16"/>
          <p:cNvSpPr txBox="1"/>
          <p:nvPr/>
        </p:nvSpPr>
        <p:spPr>
          <a:xfrm>
            <a:off x="884150" y="7891976"/>
            <a:ext cx="6004200" cy="1749300"/>
          </a:xfrm>
          <a:prstGeom prst="rect">
            <a:avLst/>
          </a:prstGeom>
          <a:solidFill>
            <a:srgbClr val="DBE2E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3600" i="1">
                <a:solidFill>
                  <a:srgbClr val="15C26B"/>
                </a:solidFill>
                <a:latin typeface="Open Sans"/>
                <a:ea typeface="Open Sans"/>
                <a:cs typeface="Open Sans"/>
                <a:sym typeface="Open Sans"/>
              </a:rPr>
              <a:t>Remove this slide </a:t>
            </a:r>
            <a:endParaRPr sz="3600" i="1">
              <a:solidFill>
                <a:srgbClr val="15C26B"/>
              </a:solidFill>
              <a:latin typeface="Open Sans"/>
              <a:ea typeface="Open Sans"/>
              <a:cs typeface="Open Sans"/>
              <a:sym typeface="Open Sans"/>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body 1">
  <p:cSld name="TITLE_AND_BODY_1">
    <p:spTree>
      <p:nvGrpSpPr>
        <p:cNvPr id="1" name="Shape 58"/>
        <p:cNvGrpSpPr/>
        <p:nvPr/>
      </p:nvGrpSpPr>
      <p:grpSpPr>
        <a:xfrm>
          <a:off x="0" y="0"/>
          <a:ext cx="0" cy="0"/>
          <a:chOff x="0" y="0"/>
          <a:chExt cx="0" cy="0"/>
        </a:xfrm>
      </p:grpSpPr>
      <p:sp>
        <p:nvSpPr>
          <p:cNvPr id="59" name="Google Shape;59;p17"/>
          <p:cNvSpPr txBox="1">
            <a:spLocks noGrp="1"/>
          </p:cNvSpPr>
          <p:nvPr>
            <p:ph type="title"/>
          </p:nvPr>
        </p:nvSpPr>
        <p:spPr>
          <a:xfrm>
            <a:off x="264945" y="870271"/>
            <a:ext cx="7242600" cy="1119900"/>
          </a:xfrm>
          <a:prstGeom prst="rect">
            <a:avLst/>
          </a:prstGeom>
        </p:spPr>
        <p:txBody>
          <a:bodyPr spcFirstLastPara="1" wrap="square" lIns="91425" tIns="91425" rIns="91425" bIns="91425" anchor="ctr" anchorCtr="0">
            <a:noAutofit/>
          </a:bodyPr>
          <a:lstStyle>
            <a:lvl1pPr lvl="0" rtl="0">
              <a:spcBef>
                <a:spcPts val="0"/>
              </a:spcBef>
              <a:spcAft>
                <a:spcPts val="0"/>
              </a:spcAft>
              <a:buSzPts val="30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60" name="Google Shape;60;p17"/>
          <p:cNvSpPr txBox="1">
            <a:spLocks noGrp="1"/>
          </p:cNvSpPr>
          <p:nvPr>
            <p:ph type="body" idx="1"/>
          </p:nvPr>
        </p:nvSpPr>
        <p:spPr>
          <a:xfrm>
            <a:off x="264945" y="2253729"/>
            <a:ext cx="7242600" cy="6681000"/>
          </a:xfrm>
          <a:prstGeom prst="rect">
            <a:avLst/>
          </a:prstGeom>
        </p:spPr>
        <p:txBody>
          <a:bodyPr spcFirstLastPara="1" wrap="square" lIns="91425" tIns="91425" rIns="91425" bIns="91425" anchor="t" anchorCtr="0">
            <a:noAutofit/>
          </a:bodyPr>
          <a:lstStyle>
            <a:lvl1pPr marL="457200" lvl="0" indent="-342900" rtl="0">
              <a:spcBef>
                <a:spcPts val="0"/>
              </a:spcBef>
              <a:spcAft>
                <a:spcPts val="0"/>
              </a:spcAft>
              <a:buClr>
                <a:srgbClr val="2E3D49"/>
              </a:buClr>
              <a:buSzPts val="1800"/>
              <a:buFont typeface="Open Sans"/>
              <a:buChar char="●"/>
              <a:defRPr>
                <a:solidFill>
                  <a:srgbClr val="2E3D49"/>
                </a:solidFill>
                <a:latin typeface="Open Sans"/>
                <a:ea typeface="Open Sans"/>
                <a:cs typeface="Open Sans"/>
                <a:sym typeface="Open Sans"/>
              </a:defRPr>
            </a:lvl1pPr>
            <a:lvl2pPr marL="914400" lvl="1" indent="-317500" rtl="0">
              <a:spcBef>
                <a:spcPts val="1600"/>
              </a:spcBef>
              <a:spcAft>
                <a:spcPts val="0"/>
              </a:spcAft>
              <a:buClr>
                <a:srgbClr val="2E3D49"/>
              </a:buClr>
              <a:buSzPts val="1400"/>
              <a:buFont typeface="Open Sans"/>
              <a:buChar char="○"/>
              <a:defRPr>
                <a:solidFill>
                  <a:srgbClr val="2E3D49"/>
                </a:solidFill>
                <a:latin typeface="Open Sans"/>
                <a:ea typeface="Open Sans"/>
                <a:cs typeface="Open Sans"/>
                <a:sym typeface="Open Sans"/>
              </a:defRPr>
            </a:lvl2pPr>
            <a:lvl3pPr marL="1371600" lvl="2" indent="-317500" rtl="0">
              <a:spcBef>
                <a:spcPts val="1600"/>
              </a:spcBef>
              <a:spcAft>
                <a:spcPts val="0"/>
              </a:spcAft>
              <a:buClr>
                <a:srgbClr val="2E3D49"/>
              </a:buClr>
              <a:buSzPts val="1400"/>
              <a:buFont typeface="Open Sans"/>
              <a:buChar char="■"/>
              <a:defRPr>
                <a:solidFill>
                  <a:srgbClr val="2E3D49"/>
                </a:solidFill>
                <a:latin typeface="Open Sans"/>
                <a:ea typeface="Open Sans"/>
                <a:cs typeface="Open Sans"/>
                <a:sym typeface="Open Sans"/>
              </a:defRPr>
            </a:lvl3pPr>
            <a:lvl4pPr marL="1828800" lvl="3" indent="-317500" rtl="0">
              <a:spcBef>
                <a:spcPts val="1600"/>
              </a:spcBef>
              <a:spcAft>
                <a:spcPts val="0"/>
              </a:spcAft>
              <a:buClr>
                <a:srgbClr val="2E3D49"/>
              </a:buClr>
              <a:buSzPts val="1400"/>
              <a:buFont typeface="Open Sans"/>
              <a:buChar char="●"/>
              <a:defRPr>
                <a:solidFill>
                  <a:srgbClr val="2E3D49"/>
                </a:solidFill>
                <a:latin typeface="Open Sans"/>
                <a:ea typeface="Open Sans"/>
                <a:cs typeface="Open Sans"/>
                <a:sym typeface="Open Sans"/>
              </a:defRPr>
            </a:lvl4pPr>
            <a:lvl5pPr marL="2286000" lvl="4" indent="-317500" rtl="0">
              <a:spcBef>
                <a:spcPts val="1600"/>
              </a:spcBef>
              <a:spcAft>
                <a:spcPts val="0"/>
              </a:spcAft>
              <a:buClr>
                <a:srgbClr val="2E3D49"/>
              </a:buClr>
              <a:buSzPts val="1400"/>
              <a:buFont typeface="Open Sans"/>
              <a:buChar char="○"/>
              <a:defRPr>
                <a:solidFill>
                  <a:srgbClr val="2E3D49"/>
                </a:solidFill>
                <a:latin typeface="Open Sans"/>
                <a:ea typeface="Open Sans"/>
                <a:cs typeface="Open Sans"/>
                <a:sym typeface="Open Sans"/>
              </a:defRPr>
            </a:lvl5pPr>
            <a:lvl6pPr marL="2743200" lvl="5" indent="-317500" rtl="0">
              <a:spcBef>
                <a:spcPts val="1600"/>
              </a:spcBef>
              <a:spcAft>
                <a:spcPts val="0"/>
              </a:spcAft>
              <a:buClr>
                <a:srgbClr val="2E3D49"/>
              </a:buClr>
              <a:buSzPts val="1400"/>
              <a:buFont typeface="Open Sans"/>
              <a:buChar char="■"/>
              <a:defRPr>
                <a:solidFill>
                  <a:srgbClr val="2E3D49"/>
                </a:solidFill>
                <a:latin typeface="Open Sans"/>
                <a:ea typeface="Open Sans"/>
                <a:cs typeface="Open Sans"/>
                <a:sym typeface="Open Sans"/>
              </a:defRPr>
            </a:lvl6pPr>
            <a:lvl7pPr marL="3200400" lvl="6" indent="-317500" rtl="0">
              <a:spcBef>
                <a:spcPts val="1600"/>
              </a:spcBef>
              <a:spcAft>
                <a:spcPts val="0"/>
              </a:spcAft>
              <a:buClr>
                <a:srgbClr val="2E3D49"/>
              </a:buClr>
              <a:buSzPts val="1400"/>
              <a:buFont typeface="Open Sans"/>
              <a:buChar char="●"/>
              <a:defRPr>
                <a:solidFill>
                  <a:srgbClr val="2E3D49"/>
                </a:solidFill>
                <a:latin typeface="Open Sans"/>
                <a:ea typeface="Open Sans"/>
                <a:cs typeface="Open Sans"/>
                <a:sym typeface="Open Sans"/>
              </a:defRPr>
            </a:lvl7pPr>
            <a:lvl8pPr marL="3657600" lvl="7" indent="-317500" rtl="0">
              <a:spcBef>
                <a:spcPts val="1600"/>
              </a:spcBef>
              <a:spcAft>
                <a:spcPts val="0"/>
              </a:spcAft>
              <a:buClr>
                <a:srgbClr val="2E3D49"/>
              </a:buClr>
              <a:buSzPts val="1400"/>
              <a:buFont typeface="Open Sans"/>
              <a:buChar char="○"/>
              <a:defRPr>
                <a:solidFill>
                  <a:srgbClr val="2E3D49"/>
                </a:solidFill>
                <a:latin typeface="Open Sans"/>
                <a:ea typeface="Open Sans"/>
                <a:cs typeface="Open Sans"/>
                <a:sym typeface="Open Sans"/>
              </a:defRPr>
            </a:lvl8pPr>
            <a:lvl9pPr marL="4114800" lvl="8" indent="-317500" rtl="0">
              <a:spcBef>
                <a:spcPts val="1600"/>
              </a:spcBef>
              <a:spcAft>
                <a:spcPts val="1600"/>
              </a:spcAft>
              <a:buClr>
                <a:srgbClr val="2E3D49"/>
              </a:buClr>
              <a:buSzPts val="1400"/>
              <a:buFont typeface="Open Sans"/>
              <a:buChar char="■"/>
              <a:defRPr>
                <a:solidFill>
                  <a:srgbClr val="2E3D49"/>
                </a:solidFill>
                <a:latin typeface="Open Sans"/>
                <a:ea typeface="Open Sans"/>
                <a:cs typeface="Open Sans"/>
                <a:sym typeface="Open Sans"/>
              </a:defRPr>
            </a:lvl9pPr>
          </a:lstStyle>
          <a:p>
            <a:endParaRPr/>
          </a:p>
        </p:txBody>
      </p:sp>
      <p:sp>
        <p:nvSpPr>
          <p:cNvPr id="61" name="Google Shape;61;p17"/>
          <p:cNvSpPr txBox="1">
            <a:spLocks noGrp="1"/>
          </p:cNvSpPr>
          <p:nvPr>
            <p:ph type="sldNum" idx="12"/>
          </p:nvPr>
        </p:nvSpPr>
        <p:spPr>
          <a:xfrm>
            <a:off x="7201589" y="9119180"/>
            <a:ext cx="466500" cy="7698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ANND_Template" type="twoColTx">
  <p:cSld name="TITLE_AND_TWO_COLUMNS">
    <p:spTree>
      <p:nvGrpSpPr>
        <p:cNvPr id="1" name="Shape 62"/>
        <p:cNvGrpSpPr/>
        <p:nvPr/>
      </p:nvGrpSpPr>
      <p:grpSpPr>
        <a:xfrm>
          <a:off x="0" y="0"/>
          <a:ext cx="0" cy="0"/>
          <a:chOff x="0" y="0"/>
          <a:chExt cx="0" cy="0"/>
        </a:xfrm>
      </p:grpSpPr>
      <p:sp>
        <p:nvSpPr>
          <p:cNvPr id="63" name="Google Shape;63;p18"/>
          <p:cNvSpPr txBox="1">
            <a:spLocks noGrp="1"/>
          </p:cNvSpPr>
          <p:nvPr>
            <p:ph type="title"/>
          </p:nvPr>
        </p:nvSpPr>
        <p:spPr>
          <a:xfrm>
            <a:off x="264945" y="870271"/>
            <a:ext cx="7242600" cy="1119900"/>
          </a:xfrm>
          <a:prstGeom prst="rect">
            <a:avLst/>
          </a:prstGeom>
        </p:spPr>
        <p:txBody>
          <a:bodyPr spcFirstLastPara="1" wrap="square" lIns="91425" tIns="91425" rIns="91425" bIns="91425" anchor="ctr" anchorCtr="0">
            <a:noAutofit/>
          </a:bodyPr>
          <a:lstStyle>
            <a:lvl1pPr lvl="0" rtl="0">
              <a:spcBef>
                <a:spcPts val="0"/>
              </a:spcBef>
              <a:spcAft>
                <a:spcPts val="0"/>
              </a:spcAft>
              <a:buSzPts val="30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64" name="Google Shape;64;p18"/>
          <p:cNvSpPr txBox="1">
            <a:spLocks noGrp="1"/>
          </p:cNvSpPr>
          <p:nvPr>
            <p:ph type="body" idx="1"/>
          </p:nvPr>
        </p:nvSpPr>
        <p:spPr>
          <a:xfrm>
            <a:off x="264945" y="2253729"/>
            <a:ext cx="3399900" cy="6681000"/>
          </a:xfrm>
          <a:prstGeom prst="rect">
            <a:avLst/>
          </a:prstGeom>
        </p:spPr>
        <p:txBody>
          <a:bodyPr spcFirstLastPara="1" wrap="square" lIns="91425" tIns="91425" rIns="91425" bIns="91425" anchor="t" anchorCtr="0">
            <a:noAutofit/>
          </a:bodyPr>
          <a:lstStyle>
            <a:lvl1pPr marL="457200" lvl="0" indent="-317500" rtl="0">
              <a:spcBef>
                <a:spcPts val="0"/>
              </a:spcBef>
              <a:spcAft>
                <a:spcPts val="0"/>
              </a:spcAft>
              <a:buSzPts val="1400"/>
              <a:buChar char="●"/>
              <a:defRPr sz="1400"/>
            </a:lvl1pPr>
            <a:lvl2pPr marL="914400" lvl="1" indent="-304800" rtl="0">
              <a:spcBef>
                <a:spcPts val="1600"/>
              </a:spcBef>
              <a:spcAft>
                <a:spcPts val="0"/>
              </a:spcAft>
              <a:buSzPts val="1200"/>
              <a:buChar char="○"/>
              <a:defRPr sz="1200"/>
            </a:lvl2pPr>
            <a:lvl3pPr marL="1371600" lvl="2" indent="-304800" rtl="0">
              <a:spcBef>
                <a:spcPts val="1600"/>
              </a:spcBef>
              <a:spcAft>
                <a:spcPts val="0"/>
              </a:spcAft>
              <a:buSzPts val="1200"/>
              <a:buChar char="■"/>
              <a:defRPr sz="1200"/>
            </a:lvl3pPr>
            <a:lvl4pPr marL="1828800" lvl="3" indent="-304800" rtl="0">
              <a:spcBef>
                <a:spcPts val="1600"/>
              </a:spcBef>
              <a:spcAft>
                <a:spcPts val="0"/>
              </a:spcAft>
              <a:buSzPts val="1200"/>
              <a:buChar char="●"/>
              <a:defRPr sz="1200"/>
            </a:lvl4pPr>
            <a:lvl5pPr marL="2286000" lvl="4" indent="-304800" rtl="0">
              <a:spcBef>
                <a:spcPts val="1600"/>
              </a:spcBef>
              <a:spcAft>
                <a:spcPts val="0"/>
              </a:spcAft>
              <a:buSzPts val="1200"/>
              <a:buChar char="○"/>
              <a:defRPr sz="1200"/>
            </a:lvl5pPr>
            <a:lvl6pPr marL="2743200" lvl="5" indent="-304800" rtl="0">
              <a:spcBef>
                <a:spcPts val="1600"/>
              </a:spcBef>
              <a:spcAft>
                <a:spcPts val="0"/>
              </a:spcAft>
              <a:buSzPts val="1200"/>
              <a:buChar char="■"/>
              <a:defRPr sz="1200"/>
            </a:lvl6pPr>
            <a:lvl7pPr marL="3200400" lvl="6" indent="-304800" rtl="0">
              <a:spcBef>
                <a:spcPts val="1600"/>
              </a:spcBef>
              <a:spcAft>
                <a:spcPts val="0"/>
              </a:spcAft>
              <a:buSzPts val="1200"/>
              <a:buChar char="●"/>
              <a:defRPr sz="1200"/>
            </a:lvl7pPr>
            <a:lvl8pPr marL="3657600" lvl="7" indent="-304800" rtl="0">
              <a:spcBef>
                <a:spcPts val="1600"/>
              </a:spcBef>
              <a:spcAft>
                <a:spcPts val="0"/>
              </a:spcAft>
              <a:buSzPts val="1200"/>
              <a:buChar char="○"/>
              <a:defRPr sz="1200"/>
            </a:lvl8pPr>
            <a:lvl9pPr marL="4114800" lvl="8" indent="-304800" rtl="0">
              <a:spcBef>
                <a:spcPts val="1600"/>
              </a:spcBef>
              <a:spcAft>
                <a:spcPts val="1600"/>
              </a:spcAft>
              <a:buSzPts val="1200"/>
              <a:buChar char="■"/>
              <a:defRPr sz="1200"/>
            </a:lvl9pPr>
          </a:lstStyle>
          <a:p>
            <a:endParaRPr/>
          </a:p>
        </p:txBody>
      </p:sp>
      <p:sp>
        <p:nvSpPr>
          <p:cNvPr id="65" name="Google Shape;65;p18"/>
          <p:cNvSpPr txBox="1">
            <a:spLocks noGrp="1"/>
          </p:cNvSpPr>
          <p:nvPr>
            <p:ph type="body" idx="2"/>
          </p:nvPr>
        </p:nvSpPr>
        <p:spPr>
          <a:xfrm>
            <a:off x="4107540" y="2253729"/>
            <a:ext cx="3399900" cy="6681000"/>
          </a:xfrm>
          <a:prstGeom prst="rect">
            <a:avLst/>
          </a:prstGeom>
        </p:spPr>
        <p:txBody>
          <a:bodyPr spcFirstLastPara="1" wrap="square" lIns="91425" tIns="91425" rIns="91425" bIns="91425" anchor="t" anchorCtr="0">
            <a:noAutofit/>
          </a:bodyPr>
          <a:lstStyle>
            <a:lvl1pPr marL="457200" lvl="0" indent="-317500" rtl="0">
              <a:spcBef>
                <a:spcPts val="0"/>
              </a:spcBef>
              <a:spcAft>
                <a:spcPts val="0"/>
              </a:spcAft>
              <a:buSzPts val="1400"/>
              <a:buChar char="●"/>
              <a:defRPr sz="1400"/>
            </a:lvl1pPr>
            <a:lvl2pPr marL="914400" lvl="1" indent="-304800" rtl="0">
              <a:spcBef>
                <a:spcPts val="1600"/>
              </a:spcBef>
              <a:spcAft>
                <a:spcPts val="0"/>
              </a:spcAft>
              <a:buSzPts val="1200"/>
              <a:buChar char="○"/>
              <a:defRPr sz="1200"/>
            </a:lvl2pPr>
            <a:lvl3pPr marL="1371600" lvl="2" indent="-304800" rtl="0">
              <a:spcBef>
                <a:spcPts val="1600"/>
              </a:spcBef>
              <a:spcAft>
                <a:spcPts val="0"/>
              </a:spcAft>
              <a:buSzPts val="1200"/>
              <a:buChar char="■"/>
              <a:defRPr sz="1200"/>
            </a:lvl3pPr>
            <a:lvl4pPr marL="1828800" lvl="3" indent="-304800" rtl="0">
              <a:spcBef>
                <a:spcPts val="1600"/>
              </a:spcBef>
              <a:spcAft>
                <a:spcPts val="0"/>
              </a:spcAft>
              <a:buSzPts val="1200"/>
              <a:buChar char="●"/>
              <a:defRPr sz="1200"/>
            </a:lvl4pPr>
            <a:lvl5pPr marL="2286000" lvl="4" indent="-304800" rtl="0">
              <a:spcBef>
                <a:spcPts val="1600"/>
              </a:spcBef>
              <a:spcAft>
                <a:spcPts val="0"/>
              </a:spcAft>
              <a:buSzPts val="1200"/>
              <a:buChar char="○"/>
              <a:defRPr sz="1200"/>
            </a:lvl5pPr>
            <a:lvl6pPr marL="2743200" lvl="5" indent="-304800" rtl="0">
              <a:spcBef>
                <a:spcPts val="1600"/>
              </a:spcBef>
              <a:spcAft>
                <a:spcPts val="0"/>
              </a:spcAft>
              <a:buSzPts val="1200"/>
              <a:buChar char="■"/>
              <a:defRPr sz="1200"/>
            </a:lvl6pPr>
            <a:lvl7pPr marL="3200400" lvl="6" indent="-304800" rtl="0">
              <a:spcBef>
                <a:spcPts val="1600"/>
              </a:spcBef>
              <a:spcAft>
                <a:spcPts val="0"/>
              </a:spcAft>
              <a:buSzPts val="1200"/>
              <a:buChar char="●"/>
              <a:defRPr sz="1200"/>
            </a:lvl7pPr>
            <a:lvl8pPr marL="3657600" lvl="7" indent="-304800" rtl="0">
              <a:spcBef>
                <a:spcPts val="1600"/>
              </a:spcBef>
              <a:spcAft>
                <a:spcPts val="0"/>
              </a:spcAft>
              <a:buSzPts val="1200"/>
              <a:buChar char="○"/>
              <a:defRPr sz="1200"/>
            </a:lvl8pPr>
            <a:lvl9pPr marL="4114800" lvl="8" indent="-304800" rtl="0">
              <a:spcBef>
                <a:spcPts val="1600"/>
              </a:spcBef>
              <a:spcAft>
                <a:spcPts val="1600"/>
              </a:spcAft>
              <a:buSzPts val="1200"/>
              <a:buChar char="■"/>
              <a:defRPr sz="1200"/>
            </a:lvl9pPr>
          </a:lstStyle>
          <a:p>
            <a:endParaRPr/>
          </a:p>
        </p:txBody>
      </p:sp>
      <p:sp>
        <p:nvSpPr>
          <p:cNvPr id="66" name="Google Shape;66;p18"/>
          <p:cNvSpPr txBox="1">
            <a:spLocks noGrp="1"/>
          </p:cNvSpPr>
          <p:nvPr>
            <p:ph type="sldNum" idx="12"/>
          </p:nvPr>
        </p:nvSpPr>
        <p:spPr>
          <a:xfrm>
            <a:off x="7201589" y="9119180"/>
            <a:ext cx="466500" cy="7698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67"/>
        <p:cNvGrpSpPr/>
        <p:nvPr/>
      </p:nvGrpSpPr>
      <p:grpSpPr>
        <a:xfrm>
          <a:off x="0" y="0"/>
          <a:ext cx="0" cy="0"/>
          <a:chOff x="0" y="0"/>
          <a:chExt cx="0" cy="0"/>
        </a:xfrm>
      </p:grpSpPr>
      <p:sp>
        <p:nvSpPr>
          <p:cNvPr id="68" name="Google Shape;68;p19"/>
          <p:cNvSpPr txBox="1">
            <a:spLocks noGrp="1"/>
          </p:cNvSpPr>
          <p:nvPr>
            <p:ph type="title"/>
          </p:nvPr>
        </p:nvSpPr>
        <p:spPr>
          <a:xfrm>
            <a:off x="264945" y="870271"/>
            <a:ext cx="7242600" cy="1119900"/>
          </a:xfrm>
          <a:prstGeom prst="rect">
            <a:avLst/>
          </a:prstGeom>
        </p:spPr>
        <p:txBody>
          <a:bodyPr spcFirstLastPara="1" wrap="square" lIns="91425" tIns="91425" rIns="91425" bIns="91425" anchor="ctr" anchorCtr="0">
            <a:noAutofit/>
          </a:bodyPr>
          <a:lstStyle>
            <a:lvl1pPr lvl="0" rtl="0">
              <a:spcBef>
                <a:spcPts val="0"/>
              </a:spcBef>
              <a:spcAft>
                <a:spcPts val="0"/>
              </a:spcAft>
              <a:buSzPts val="30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69" name="Google Shape;69;p19"/>
          <p:cNvSpPr txBox="1">
            <a:spLocks noGrp="1"/>
          </p:cNvSpPr>
          <p:nvPr>
            <p:ph type="sldNum" idx="12"/>
          </p:nvPr>
        </p:nvSpPr>
        <p:spPr>
          <a:xfrm>
            <a:off x="7201589" y="9119180"/>
            <a:ext cx="466500" cy="7698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70"/>
        <p:cNvGrpSpPr/>
        <p:nvPr/>
      </p:nvGrpSpPr>
      <p:grpSpPr>
        <a:xfrm>
          <a:off x="0" y="0"/>
          <a:ext cx="0" cy="0"/>
          <a:chOff x="0" y="0"/>
          <a:chExt cx="0" cy="0"/>
        </a:xfrm>
      </p:grpSpPr>
      <p:sp>
        <p:nvSpPr>
          <p:cNvPr id="71" name="Google Shape;71;p20"/>
          <p:cNvSpPr txBox="1">
            <a:spLocks noGrp="1"/>
          </p:cNvSpPr>
          <p:nvPr>
            <p:ph type="title"/>
          </p:nvPr>
        </p:nvSpPr>
        <p:spPr>
          <a:xfrm>
            <a:off x="264945" y="1086507"/>
            <a:ext cx="2386800" cy="14778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72" name="Google Shape;72;p20"/>
          <p:cNvSpPr txBox="1">
            <a:spLocks noGrp="1"/>
          </p:cNvSpPr>
          <p:nvPr>
            <p:ph type="body" idx="1"/>
          </p:nvPr>
        </p:nvSpPr>
        <p:spPr>
          <a:xfrm>
            <a:off x="264945" y="2717440"/>
            <a:ext cx="2386800" cy="6217500"/>
          </a:xfrm>
          <a:prstGeom prst="rect">
            <a:avLst/>
          </a:prstGeom>
        </p:spPr>
        <p:txBody>
          <a:bodyPr spcFirstLastPara="1" wrap="square" lIns="91425" tIns="91425" rIns="91425" bIns="91425" anchor="t" anchorCtr="0">
            <a:noAutofit/>
          </a:bodyPr>
          <a:lstStyle>
            <a:lvl1pPr marL="457200" lvl="0" indent="-304800" rtl="0">
              <a:spcBef>
                <a:spcPts val="0"/>
              </a:spcBef>
              <a:spcAft>
                <a:spcPts val="0"/>
              </a:spcAft>
              <a:buSzPts val="1200"/>
              <a:buChar char="●"/>
              <a:defRPr sz="1200"/>
            </a:lvl1pPr>
            <a:lvl2pPr marL="914400" lvl="1" indent="-304800" rtl="0">
              <a:spcBef>
                <a:spcPts val="1600"/>
              </a:spcBef>
              <a:spcAft>
                <a:spcPts val="0"/>
              </a:spcAft>
              <a:buSzPts val="1200"/>
              <a:buChar char="○"/>
              <a:defRPr sz="1200"/>
            </a:lvl2pPr>
            <a:lvl3pPr marL="1371600" lvl="2" indent="-304800" rtl="0">
              <a:spcBef>
                <a:spcPts val="1600"/>
              </a:spcBef>
              <a:spcAft>
                <a:spcPts val="0"/>
              </a:spcAft>
              <a:buSzPts val="1200"/>
              <a:buChar char="■"/>
              <a:defRPr sz="1200"/>
            </a:lvl3pPr>
            <a:lvl4pPr marL="1828800" lvl="3" indent="-304800" rtl="0">
              <a:spcBef>
                <a:spcPts val="1600"/>
              </a:spcBef>
              <a:spcAft>
                <a:spcPts val="0"/>
              </a:spcAft>
              <a:buSzPts val="1200"/>
              <a:buChar char="●"/>
              <a:defRPr sz="1200"/>
            </a:lvl4pPr>
            <a:lvl5pPr marL="2286000" lvl="4" indent="-304800" rtl="0">
              <a:spcBef>
                <a:spcPts val="1600"/>
              </a:spcBef>
              <a:spcAft>
                <a:spcPts val="0"/>
              </a:spcAft>
              <a:buSzPts val="1200"/>
              <a:buChar char="○"/>
              <a:defRPr sz="1200"/>
            </a:lvl5pPr>
            <a:lvl6pPr marL="2743200" lvl="5" indent="-304800" rtl="0">
              <a:spcBef>
                <a:spcPts val="1600"/>
              </a:spcBef>
              <a:spcAft>
                <a:spcPts val="0"/>
              </a:spcAft>
              <a:buSzPts val="1200"/>
              <a:buChar char="■"/>
              <a:defRPr sz="1200"/>
            </a:lvl6pPr>
            <a:lvl7pPr marL="3200400" lvl="6" indent="-304800" rtl="0">
              <a:spcBef>
                <a:spcPts val="1600"/>
              </a:spcBef>
              <a:spcAft>
                <a:spcPts val="0"/>
              </a:spcAft>
              <a:buSzPts val="1200"/>
              <a:buChar char="●"/>
              <a:defRPr sz="1200"/>
            </a:lvl7pPr>
            <a:lvl8pPr marL="3657600" lvl="7" indent="-304800" rtl="0">
              <a:spcBef>
                <a:spcPts val="1600"/>
              </a:spcBef>
              <a:spcAft>
                <a:spcPts val="0"/>
              </a:spcAft>
              <a:buSzPts val="1200"/>
              <a:buChar char="○"/>
              <a:defRPr sz="1200"/>
            </a:lvl8pPr>
            <a:lvl9pPr marL="4114800" lvl="8" indent="-304800" rtl="0">
              <a:spcBef>
                <a:spcPts val="1600"/>
              </a:spcBef>
              <a:spcAft>
                <a:spcPts val="1600"/>
              </a:spcAft>
              <a:buSzPts val="1200"/>
              <a:buChar char="■"/>
              <a:defRPr sz="1200"/>
            </a:lvl9pPr>
          </a:lstStyle>
          <a:p>
            <a:endParaRPr/>
          </a:p>
        </p:txBody>
      </p:sp>
      <p:sp>
        <p:nvSpPr>
          <p:cNvPr id="73" name="Google Shape;73;p20"/>
          <p:cNvSpPr txBox="1">
            <a:spLocks noGrp="1"/>
          </p:cNvSpPr>
          <p:nvPr>
            <p:ph type="sldNum" idx="12"/>
          </p:nvPr>
        </p:nvSpPr>
        <p:spPr>
          <a:xfrm>
            <a:off x="7201589" y="9119180"/>
            <a:ext cx="466500" cy="7698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74"/>
        <p:cNvGrpSpPr/>
        <p:nvPr/>
      </p:nvGrpSpPr>
      <p:grpSpPr>
        <a:xfrm>
          <a:off x="0" y="0"/>
          <a:ext cx="0" cy="0"/>
          <a:chOff x="0" y="0"/>
          <a:chExt cx="0" cy="0"/>
        </a:xfrm>
      </p:grpSpPr>
      <p:sp>
        <p:nvSpPr>
          <p:cNvPr id="75" name="Google Shape;75;p21"/>
          <p:cNvSpPr txBox="1">
            <a:spLocks noGrp="1"/>
          </p:cNvSpPr>
          <p:nvPr>
            <p:ph type="title"/>
          </p:nvPr>
        </p:nvSpPr>
        <p:spPr>
          <a:xfrm>
            <a:off x="416713" y="880293"/>
            <a:ext cx="5412600" cy="7999800"/>
          </a:xfrm>
          <a:prstGeom prst="rect">
            <a:avLst/>
          </a:prstGeom>
        </p:spPr>
        <p:txBody>
          <a:bodyPr spcFirstLastPara="1" wrap="square" lIns="91425" tIns="91425" rIns="91425" bIns="91425" anchor="ctr" anchorCtr="0">
            <a:noAutofit/>
          </a:bodyPr>
          <a:lstStyle>
            <a:lvl1pPr lvl="0" rtl="0">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a:endParaRPr/>
          </a:p>
        </p:txBody>
      </p:sp>
      <p:sp>
        <p:nvSpPr>
          <p:cNvPr id="76" name="Google Shape;76;p21"/>
          <p:cNvSpPr txBox="1">
            <a:spLocks noGrp="1"/>
          </p:cNvSpPr>
          <p:nvPr>
            <p:ph type="sldNum" idx="12"/>
          </p:nvPr>
        </p:nvSpPr>
        <p:spPr>
          <a:xfrm>
            <a:off x="7201589" y="9119180"/>
            <a:ext cx="466500" cy="7698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77"/>
        <p:cNvGrpSpPr/>
        <p:nvPr/>
      </p:nvGrpSpPr>
      <p:grpSpPr>
        <a:xfrm>
          <a:off x="0" y="0"/>
          <a:ext cx="0" cy="0"/>
          <a:chOff x="0" y="0"/>
          <a:chExt cx="0" cy="0"/>
        </a:xfrm>
      </p:grpSpPr>
      <p:sp>
        <p:nvSpPr>
          <p:cNvPr id="78" name="Google Shape;78;p22"/>
          <p:cNvSpPr/>
          <p:nvPr/>
        </p:nvSpPr>
        <p:spPr>
          <a:xfrm>
            <a:off x="3886200" y="-244"/>
            <a:ext cx="3886200" cy="100584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79;p22"/>
          <p:cNvSpPr txBox="1">
            <a:spLocks noGrp="1"/>
          </p:cNvSpPr>
          <p:nvPr>
            <p:ph type="title"/>
          </p:nvPr>
        </p:nvSpPr>
        <p:spPr>
          <a:xfrm>
            <a:off x="225675" y="2411542"/>
            <a:ext cx="3438300" cy="28986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4200"/>
              <a:buNone/>
              <a:defRPr sz="4200"/>
            </a:lvl1pPr>
            <a:lvl2pPr lvl="1" algn="ctr" rtl="0">
              <a:spcBef>
                <a:spcPts val="0"/>
              </a:spcBef>
              <a:spcAft>
                <a:spcPts val="0"/>
              </a:spcAft>
              <a:buSzPts val="4200"/>
              <a:buNone/>
              <a:defRPr sz="4200"/>
            </a:lvl2pPr>
            <a:lvl3pPr lvl="2" algn="ctr" rtl="0">
              <a:spcBef>
                <a:spcPts val="0"/>
              </a:spcBef>
              <a:spcAft>
                <a:spcPts val="0"/>
              </a:spcAft>
              <a:buSzPts val="4200"/>
              <a:buNone/>
              <a:defRPr sz="4200"/>
            </a:lvl3pPr>
            <a:lvl4pPr lvl="3" algn="ctr" rtl="0">
              <a:spcBef>
                <a:spcPts val="0"/>
              </a:spcBef>
              <a:spcAft>
                <a:spcPts val="0"/>
              </a:spcAft>
              <a:buSzPts val="4200"/>
              <a:buNone/>
              <a:defRPr sz="4200"/>
            </a:lvl4pPr>
            <a:lvl5pPr lvl="4" algn="ctr" rtl="0">
              <a:spcBef>
                <a:spcPts val="0"/>
              </a:spcBef>
              <a:spcAft>
                <a:spcPts val="0"/>
              </a:spcAft>
              <a:buSzPts val="4200"/>
              <a:buNone/>
              <a:defRPr sz="4200"/>
            </a:lvl5pPr>
            <a:lvl6pPr lvl="5" algn="ctr" rtl="0">
              <a:spcBef>
                <a:spcPts val="0"/>
              </a:spcBef>
              <a:spcAft>
                <a:spcPts val="0"/>
              </a:spcAft>
              <a:buSzPts val="4200"/>
              <a:buNone/>
              <a:defRPr sz="4200"/>
            </a:lvl6pPr>
            <a:lvl7pPr lvl="6" algn="ctr" rtl="0">
              <a:spcBef>
                <a:spcPts val="0"/>
              </a:spcBef>
              <a:spcAft>
                <a:spcPts val="0"/>
              </a:spcAft>
              <a:buSzPts val="4200"/>
              <a:buNone/>
              <a:defRPr sz="4200"/>
            </a:lvl7pPr>
            <a:lvl8pPr lvl="7" algn="ctr" rtl="0">
              <a:spcBef>
                <a:spcPts val="0"/>
              </a:spcBef>
              <a:spcAft>
                <a:spcPts val="0"/>
              </a:spcAft>
              <a:buSzPts val="4200"/>
              <a:buNone/>
              <a:defRPr sz="4200"/>
            </a:lvl8pPr>
            <a:lvl9pPr lvl="8" algn="ctr" rtl="0">
              <a:spcBef>
                <a:spcPts val="0"/>
              </a:spcBef>
              <a:spcAft>
                <a:spcPts val="0"/>
              </a:spcAft>
              <a:buSzPts val="4200"/>
              <a:buNone/>
              <a:defRPr sz="4200"/>
            </a:lvl9pPr>
          </a:lstStyle>
          <a:p>
            <a:endParaRPr/>
          </a:p>
        </p:txBody>
      </p:sp>
      <p:sp>
        <p:nvSpPr>
          <p:cNvPr id="80" name="Google Shape;80;p22"/>
          <p:cNvSpPr txBox="1">
            <a:spLocks noGrp="1"/>
          </p:cNvSpPr>
          <p:nvPr>
            <p:ph type="subTitle" idx="1"/>
          </p:nvPr>
        </p:nvSpPr>
        <p:spPr>
          <a:xfrm>
            <a:off x="225675" y="5481569"/>
            <a:ext cx="3438300" cy="24153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100"/>
              <a:buNone/>
              <a:defRPr sz="2100"/>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None/>
              <a:defRPr sz="2100"/>
            </a:lvl4pPr>
            <a:lvl5pPr lvl="4" algn="ctr" rtl="0">
              <a:lnSpc>
                <a:spcPct val="100000"/>
              </a:lnSpc>
              <a:spcBef>
                <a:spcPts val="0"/>
              </a:spcBef>
              <a:spcAft>
                <a:spcPts val="0"/>
              </a:spcAft>
              <a:buSzPts val="2100"/>
              <a:buNone/>
              <a:defRPr sz="2100"/>
            </a:lvl5pPr>
            <a:lvl6pPr lvl="5" algn="ctr" rtl="0">
              <a:lnSpc>
                <a:spcPct val="100000"/>
              </a:lnSpc>
              <a:spcBef>
                <a:spcPts val="0"/>
              </a:spcBef>
              <a:spcAft>
                <a:spcPts val="0"/>
              </a:spcAft>
              <a:buSzPts val="2100"/>
              <a:buNone/>
              <a:defRPr sz="2100"/>
            </a:lvl6pPr>
            <a:lvl7pPr lvl="6" algn="ctr" rtl="0">
              <a:lnSpc>
                <a:spcPct val="100000"/>
              </a:lnSpc>
              <a:spcBef>
                <a:spcPts val="0"/>
              </a:spcBef>
              <a:spcAft>
                <a:spcPts val="0"/>
              </a:spcAft>
              <a:buSzPts val="2100"/>
              <a:buNone/>
              <a:defRPr sz="2100"/>
            </a:lvl7pPr>
            <a:lvl8pPr lvl="7" algn="ctr" rtl="0">
              <a:lnSpc>
                <a:spcPct val="100000"/>
              </a:lnSpc>
              <a:spcBef>
                <a:spcPts val="0"/>
              </a:spcBef>
              <a:spcAft>
                <a:spcPts val="0"/>
              </a:spcAft>
              <a:buSzPts val="2100"/>
              <a:buNone/>
              <a:defRPr sz="2100"/>
            </a:lvl8pPr>
            <a:lvl9pPr lvl="8" algn="ctr" rtl="0">
              <a:lnSpc>
                <a:spcPct val="100000"/>
              </a:lnSpc>
              <a:spcBef>
                <a:spcPts val="0"/>
              </a:spcBef>
              <a:spcAft>
                <a:spcPts val="0"/>
              </a:spcAft>
              <a:buSzPts val="2100"/>
              <a:buNone/>
              <a:defRPr sz="2100"/>
            </a:lvl9pPr>
          </a:lstStyle>
          <a:p>
            <a:endParaRPr/>
          </a:p>
        </p:txBody>
      </p:sp>
      <p:sp>
        <p:nvSpPr>
          <p:cNvPr id="81" name="Google Shape;81;p22"/>
          <p:cNvSpPr txBox="1">
            <a:spLocks noGrp="1"/>
          </p:cNvSpPr>
          <p:nvPr>
            <p:ph type="body" idx="2"/>
          </p:nvPr>
        </p:nvSpPr>
        <p:spPr>
          <a:xfrm>
            <a:off x="4198575" y="1415969"/>
            <a:ext cx="3261300" cy="7226100"/>
          </a:xfrm>
          <a:prstGeom prst="rect">
            <a:avLst/>
          </a:prstGeom>
        </p:spPr>
        <p:txBody>
          <a:bodyPr spcFirstLastPara="1" wrap="square" lIns="91425" tIns="91425" rIns="91425" bIns="91425" anchor="ctr" anchorCtr="0">
            <a:noAutofit/>
          </a:bodyPr>
          <a:lstStyle>
            <a:lvl1pPr marL="457200" lvl="0" indent="-342900" rtl="0">
              <a:spcBef>
                <a:spcPts val="0"/>
              </a:spcBef>
              <a:spcAft>
                <a:spcPts val="0"/>
              </a:spcAft>
              <a:buSzPts val="1800"/>
              <a:buChar char="●"/>
              <a:defRPr/>
            </a:lvl1pPr>
            <a:lvl2pPr marL="914400" lvl="1" indent="-317500" rtl="0">
              <a:spcBef>
                <a:spcPts val="1600"/>
              </a:spcBef>
              <a:spcAft>
                <a:spcPts val="0"/>
              </a:spcAft>
              <a:buSzPts val="1400"/>
              <a:buChar char="○"/>
              <a:defRPr/>
            </a:lvl2pPr>
            <a:lvl3pPr marL="1371600" lvl="2" indent="-317500" rtl="0">
              <a:spcBef>
                <a:spcPts val="1600"/>
              </a:spcBef>
              <a:spcAft>
                <a:spcPts val="0"/>
              </a:spcAft>
              <a:buSzPts val="1400"/>
              <a:buChar char="■"/>
              <a:defRPr/>
            </a:lvl3pPr>
            <a:lvl4pPr marL="1828800" lvl="3" indent="-317500" rtl="0">
              <a:spcBef>
                <a:spcPts val="1600"/>
              </a:spcBef>
              <a:spcAft>
                <a:spcPts val="0"/>
              </a:spcAft>
              <a:buSzPts val="1400"/>
              <a:buChar char="●"/>
              <a:defRPr/>
            </a:lvl4pPr>
            <a:lvl5pPr marL="2286000" lvl="4" indent="-317500" rtl="0">
              <a:spcBef>
                <a:spcPts val="1600"/>
              </a:spcBef>
              <a:spcAft>
                <a:spcPts val="0"/>
              </a:spcAft>
              <a:buSzPts val="1400"/>
              <a:buChar char="○"/>
              <a:defRPr/>
            </a:lvl5pPr>
            <a:lvl6pPr marL="2743200" lvl="5" indent="-317500" rtl="0">
              <a:spcBef>
                <a:spcPts val="1600"/>
              </a:spcBef>
              <a:spcAft>
                <a:spcPts val="0"/>
              </a:spcAft>
              <a:buSzPts val="1400"/>
              <a:buChar char="■"/>
              <a:defRPr/>
            </a:lvl6pPr>
            <a:lvl7pPr marL="3200400" lvl="6" indent="-317500" rtl="0">
              <a:spcBef>
                <a:spcPts val="1600"/>
              </a:spcBef>
              <a:spcAft>
                <a:spcPts val="0"/>
              </a:spcAft>
              <a:buSzPts val="1400"/>
              <a:buChar char="●"/>
              <a:defRPr/>
            </a:lvl7pPr>
            <a:lvl8pPr marL="3657600" lvl="7" indent="-317500" rtl="0">
              <a:spcBef>
                <a:spcPts val="1600"/>
              </a:spcBef>
              <a:spcAft>
                <a:spcPts val="0"/>
              </a:spcAft>
              <a:buSzPts val="1400"/>
              <a:buChar char="○"/>
              <a:defRPr/>
            </a:lvl8pPr>
            <a:lvl9pPr marL="4114800" lvl="8" indent="-317500" rtl="0">
              <a:spcBef>
                <a:spcPts val="1600"/>
              </a:spcBef>
              <a:spcAft>
                <a:spcPts val="1600"/>
              </a:spcAft>
              <a:buSzPts val="1400"/>
              <a:buChar char="■"/>
              <a:defRPr/>
            </a:lvl9pPr>
          </a:lstStyle>
          <a:p>
            <a:endParaRPr/>
          </a:p>
        </p:txBody>
      </p:sp>
      <p:sp>
        <p:nvSpPr>
          <p:cNvPr id="82" name="Google Shape;82;p22"/>
          <p:cNvSpPr txBox="1">
            <a:spLocks noGrp="1"/>
          </p:cNvSpPr>
          <p:nvPr>
            <p:ph type="sldNum" idx="12"/>
          </p:nvPr>
        </p:nvSpPr>
        <p:spPr>
          <a:xfrm>
            <a:off x="7201589" y="9119180"/>
            <a:ext cx="466500" cy="7698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83"/>
        <p:cNvGrpSpPr/>
        <p:nvPr/>
      </p:nvGrpSpPr>
      <p:grpSpPr>
        <a:xfrm>
          <a:off x="0" y="0"/>
          <a:ext cx="0" cy="0"/>
          <a:chOff x="0" y="0"/>
          <a:chExt cx="0" cy="0"/>
        </a:xfrm>
      </p:grpSpPr>
      <p:sp>
        <p:nvSpPr>
          <p:cNvPr id="84" name="Google Shape;84;p23"/>
          <p:cNvSpPr txBox="1">
            <a:spLocks noGrp="1"/>
          </p:cNvSpPr>
          <p:nvPr>
            <p:ph type="body" idx="1"/>
          </p:nvPr>
        </p:nvSpPr>
        <p:spPr>
          <a:xfrm>
            <a:off x="264945" y="8273124"/>
            <a:ext cx="5099100" cy="1183200"/>
          </a:xfrm>
          <a:prstGeom prst="rect">
            <a:avLst/>
          </a:prstGeom>
        </p:spPr>
        <p:txBody>
          <a:bodyPr spcFirstLastPara="1" wrap="square" lIns="91425" tIns="91425" rIns="91425" bIns="91425" anchor="ctr" anchorCtr="0">
            <a:noAutofit/>
          </a:bodyPr>
          <a:lstStyle>
            <a:lvl1pPr marL="457200" lvl="0" indent="-228600" rtl="0">
              <a:lnSpc>
                <a:spcPct val="100000"/>
              </a:lnSpc>
              <a:spcBef>
                <a:spcPts val="0"/>
              </a:spcBef>
              <a:spcAft>
                <a:spcPts val="0"/>
              </a:spcAft>
              <a:buSzPts val="1800"/>
              <a:buNone/>
              <a:defRPr/>
            </a:lvl1pPr>
          </a:lstStyle>
          <a:p>
            <a:endParaRPr/>
          </a:p>
        </p:txBody>
      </p:sp>
      <p:sp>
        <p:nvSpPr>
          <p:cNvPr id="85" name="Google Shape;85;p23"/>
          <p:cNvSpPr txBox="1">
            <a:spLocks noGrp="1"/>
          </p:cNvSpPr>
          <p:nvPr>
            <p:ph type="sldNum" idx="12"/>
          </p:nvPr>
        </p:nvSpPr>
        <p:spPr>
          <a:xfrm>
            <a:off x="7201589" y="9119180"/>
            <a:ext cx="466500" cy="7698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86"/>
        <p:cNvGrpSpPr/>
        <p:nvPr/>
      </p:nvGrpSpPr>
      <p:grpSpPr>
        <a:xfrm>
          <a:off x="0" y="0"/>
          <a:ext cx="0" cy="0"/>
          <a:chOff x="0" y="0"/>
          <a:chExt cx="0" cy="0"/>
        </a:xfrm>
      </p:grpSpPr>
      <p:sp>
        <p:nvSpPr>
          <p:cNvPr id="87" name="Google Shape;87;p24"/>
          <p:cNvSpPr txBox="1">
            <a:spLocks noGrp="1"/>
          </p:cNvSpPr>
          <p:nvPr>
            <p:ph type="title" hasCustomPrompt="1"/>
          </p:nvPr>
        </p:nvSpPr>
        <p:spPr>
          <a:xfrm>
            <a:off x="264945" y="2163089"/>
            <a:ext cx="7242600" cy="3839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2000"/>
              <a:buNone/>
              <a:defRPr sz="12000"/>
            </a:lvl1pPr>
            <a:lvl2pPr lvl="1" algn="ctr" rtl="0">
              <a:spcBef>
                <a:spcPts val="0"/>
              </a:spcBef>
              <a:spcAft>
                <a:spcPts val="0"/>
              </a:spcAft>
              <a:buSzPts val="12000"/>
              <a:buNone/>
              <a:defRPr sz="12000"/>
            </a:lvl2pPr>
            <a:lvl3pPr lvl="2" algn="ctr" rtl="0">
              <a:spcBef>
                <a:spcPts val="0"/>
              </a:spcBef>
              <a:spcAft>
                <a:spcPts val="0"/>
              </a:spcAft>
              <a:buSzPts val="12000"/>
              <a:buNone/>
              <a:defRPr sz="12000"/>
            </a:lvl3pPr>
            <a:lvl4pPr lvl="3" algn="ctr" rtl="0">
              <a:spcBef>
                <a:spcPts val="0"/>
              </a:spcBef>
              <a:spcAft>
                <a:spcPts val="0"/>
              </a:spcAft>
              <a:buSzPts val="12000"/>
              <a:buNone/>
              <a:defRPr sz="12000"/>
            </a:lvl4pPr>
            <a:lvl5pPr lvl="4" algn="ctr" rtl="0">
              <a:spcBef>
                <a:spcPts val="0"/>
              </a:spcBef>
              <a:spcAft>
                <a:spcPts val="0"/>
              </a:spcAft>
              <a:buSzPts val="12000"/>
              <a:buNone/>
              <a:defRPr sz="12000"/>
            </a:lvl5pPr>
            <a:lvl6pPr lvl="5" algn="ctr" rtl="0">
              <a:spcBef>
                <a:spcPts val="0"/>
              </a:spcBef>
              <a:spcAft>
                <a:spcPts val="0"/>
              </a:spcAft>
              <a:buSzPts val="12000"/>
              <a:buNone/>
              <a:defRPr sz="12000"/>
            </a:lvl6pPr>
            <a:lvl7pPr lvl="6" algn="ctr" rtl="0">
              <a:spcBef>
                <a:spcPts val="0"/>
              </a:spcBef>
              <a:spcAft>
                <a:spcPts val="0"/>
              </a:spcAft>
              <a:buSzPts val="12000"/>
              <a:buNone/>
              <a:defRPr sz="12000"/>
            </a:lvl7pPr>
            <a:lvl8pPr lvl="7" algn="ctr" rtl="0">
              <a:spcBef>
                <a:spcPts val="0"/>
              </a:spcBef>
              <a:spcAft>
                <a:spcPts val="0"/>
              </a:spcAft>
              <a:buSzPts val="12000"/>
              <a:buNone/>
              <a:defRPr sz="12000"/>
            </a:lvl8pPr>
            <a:lvl9pPr lvl="8" algn="ctr" rtl="0">
              <a:spcBef>
                <a:spcPts val="0"/>
              </a:spcBef>
              <a:spcAft>
                <a:spcPts val="0"/>
              </a:spcAft>
              <a:buSzPts val="12000"/>
              <a:buNone/>
              <a:defRPr sz="12000"/>
            </a:lvl9pPr>
          </a:lstStyle>
          <a:p>
            <a:r>
              <a:t>xx%</a:t>
            </a:r>
          </a:p>
        </p:txBody>
      </p:sp>
      <p:sp>
        <p:nvSpPr>
          <p:cNvPr id="88" name="Google Shape;88;p24"/>
          <p:cNvSpPr txBox="1">
            <a:spLocks noGrp="1"/>
          </p:cNvSpPr>
          <p:nvPr>
            <p:ph type="body" idx="1"/>
          </p:nvPr>
        </p:nvSpPr>
        <p:spPr>
          <a:xfrm>
            <a:off x="264945" y="6164351"/>
            <a:ext cx="7242600" cy="2543700"/>
          </a:xfrm>
          <a:prstGeom prst="rect">
            <a:avLst/>
          </a:prstGeom>
        </p:spPr>
        <p:txBody>
          <a:bodyPr spcFirstLastPara="1" wrap="square" lIns="91425" tIns="91425" rIns="91425" bIns="91425" anchor="t" anchorCtr="0">
            <a:noAutofit/>
          </a:bodyPr>
          <a:lstStyle>
            <a:lvl1pPr marL="457200" lvl="0" indent="-342900" algn="ctr" rtl="0">
              <a:spcBef>
                <a:spcPts val="0"/>
              </a:spcBef>
              <a:spcAft>
                <a:spcPts val="0"/>
              </a:spcAft>
              <a:buSzPts val="1800"/>
              <a:buChar char="●"/>
              <a:defRPr/>
            </a:lvl1pPr>
            <a:lvl2pPr marL="914400" lvl="1" indent="-317500" algn="ctr" rtl="0">
              <a:spcBef>
                <a:spcPts val="1600"/>
              </a:spcBef>
              <a:spcAft>
                <a:spcPts val="0"/>
              </a:spcAft>
              <a:buSzPts val="1400"/>
              <a:buChar char="○"/>
              <a:defRPr/>
            </a:lvl2pPr>
            <a:lvl3pPr marL="1371600" lvl="2" indent="-317500" algn="ctr" rtl="0">
              <a:spcBef>
                <a:spcPts val="1600"/>
              </a:spcBef>
              <a:spcAft>
                <a:spcPts val="0"/>
              </a:spcAft>
              <a:buSzPts val="1400"/>
              <a:buChar char="■"/>
              <a:defRPr/>
            </a:lvl3pPr>
            <a:lvl4pPr marL="1828800" lvl="3" indent="-317500" algn="ctr" rtl="0">
              <a:spcBef>
                <a:spcPts val="1600"/>
              </a:spcBef>
              <a:spcAft>
                <a:spcPts val="0"/>
              </a:spcAft>
              <a:buSzPts val="1400"/>
              <a:buChar char="●"/>
              <a:defRPr/>
            </a:lvl4pPr>
            <a:lvl5pPr marL="2286000" lvl="4" indent="-317500" algn="ctr" rtl="0">
              <a:spcBef>
                <a:spcPts val="1600"/>
              </a:spcBef>
              <a:spcAft>
                <a:spcPts val="0"/>
              </a:spcAft>
              <a:buSzPts val="1400"/>
              <a:buChar char="○"/>
              <a:defRPr/>
            </a:lvl5pPr>
            <a:lvl6pPr marL="2743200" lvl="5" indent="-317500" algn="ctr" rtl="0">
              <a:spcBef>
                <a:spcPts val="1600"/>
              </a:spcBef>
              <a:spcAft>
                <a:spcPts val="0"/>
              </a:spcAft>
              <a:buSzPts val="1400"/>
              <a:buChar char="■"/>
              <a:defRPr/>
            </a:lvl6pPr>
            <a:lvl7pPr marL="3200400" lvl="6" indent="-317500" algn="ctr" rtl="0">
              <a:spcBef>
                <a:spcPts val="1600"/>
              </a:spcBef>
              <a:spcAft>
                <a:spcPts val="0"/>
              </a:spcAft>
              <a:buSzPts val="1400"/>
              <a:buChar char="●"/>
              <a:defRPr/>
            </a:lvl7pPr>
            <a:lvl8pPr marL="3657600" lvl="7" indent="-317500" algn="ctr" rtl="0">
              <a:spcBef>
                <a:spcPts val="1600"/>
              </a:spcBef>
              <a:spcAft>
                <a:spcPts val="0"/>
              </a:spcAft>
              <a:buSzPts val="1400"/>
              <a:buChar char="○"/>
              <a:defRPr/>
            </a:lvl8pPr>
            <a:lvl9pPr marL="4114800" lvl="8" indent="-317500" algn="ctr" rtl="0">
              <a:spcBef>
                <a:spcPts val="1600"/>
              </a:spcBef>
              <a:spcAft>
                <a:spcPts val="1600"/>
              </a:spcAft>
              <a:buSzPts val="1400"/>
              <a:buChar char="■"/>
              <a:defRPr/>
            </a:lvl9pPr>
          </a:lstStyle>
          <a:p>
            <a:endParaRPr/>
          </a:p>
        </p:txBody>
      </p:sp>
      <p:sp>
        <p:nvSpPr>
          <p:cNvPr id="89" name="Google Shape;89;p24"/>
          <p:cNvSpPr txBox="1">
            <a:spLocks noGrp="1"/>
          </p:cNvSpPr>
          <p:nvPr>
            <p:ph type="sldNum" idx="12"/>
          </p:nvPr>
        </p:nvSpPr>
        <p:spPr>
          <a:xfrm>
            <a:off x="7201589" y="9119180"/>
            <a:ext cx="466500" cy="7698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90"/>
        <p:cNvGrpSpPr/>
        <p:nvPr/>
      </p:nvGrpSpPr>
      <p:grpSpPr>
        <a:xfrm>
          <a:off x="0" y="0"/>
          <a:ext cx="0" cy="0"/>
          <a:chOff x="0" y="0"/>
          <a:chExt cx="0" cy="0"/>
        </a:xfrm>
      </p:grpSpPr>
      <p:sp>
        <p:nvSpPr>
          <p:cNvPr id="91" name="Google Shape;91;p25"/>
          <p:cNvSpPr txBox="1">
            <a:spLocks noGrp="1"/>
          </p:cNvSpPr>
          <p:nvPr>
            <p:ph type="sldNum" idx="12"/>
          </p:nvPr>
        </p:nvSpPr>
        <p:spPr>
          <a:xfrm>
            <a:off x="7201589" y="9119180"/>
            <a:ext cx="466500" cy="7698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6"/>
        <p:cNvGrpSpPr/>
        <p:nvPr/>
      </p:nvGrpSpPr>
      <p:grpSpPr>
        <a:xfrm>
          <a:off x="0" y="0"/>
          <a:ext cx="0" cy="0"/>
          <a:chOff x="0" y="0"/>
          <a:chExt cx="0" cy="0"/>
        </a:xfrm>
      </p:grpSpPr>
      <p:sp>
        <p:nvSpPr>
          <p:cNvPr id="97" name="Google Shape;97;p27"/>
          <p:cNvSpPr txBox="1">
            <a:spLocks noGrp="1"/>
          </p:cNvSpPr>
          <p:nvPr>
            <p:ph type="ctrTitle"/>
          </p:nvPr>
        </p:nvSpPr>
        <p:spPr>
          <a:xfrm>
            <a:off x="264952" y="1456058"/>
            <a:ext cx="7242600" cy="4014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5200"/>
              <a:buNone/>
              <a:defRPr sz="5200"/>
            </a:lvl1pPr>
            <a:lvl2pPr lvl="1" algn="ctr" rtl="0">
              <a:spcBef>
                <a:spcPts val="0"/>
              </a:spcBef>
              <a:spcAft>
                <a:spcPts val="0"/>
              </a:spcAft>
              <a:buSzPts val="5200"/>
              <a:buNone/>
              <a:defRPr sz="5200"/>
            </a:lvl2pPr>
            <a:lvl3pPr lvl="2" algn="ctr" rtl="0">
              <a:spcBef>
                <a:spcPts val="0"/>
              </a:spcBef>
              <a:spcAft>
                <a:spcPts val="0"/>
              </a:spcAft>
              <a:buSzPts val="5200"/>
              <a:buNone/>
              <a:defRPr sz="5200"/>
            </a:lvl3pPr>
            <a:lvl4pPr lvl="3" algn="ctr" rtl="0">
              <a:spcBef>
                <a:spcPts val="0"/>
              </a:spcBef>
              <a:spcAft>
                <a:spcPts val="0"/>
              </a:spcAft>
              <a:buSzPts val="5200"/>
              <a:buNone/>
              <a:defRPr sz="5200"/>
            </a:lvl4pPr>
            <a:lvl5pPr lvl="4" algn="ctr" rtl="0">
              <a:spcBef>
                <a:spcPts val="0"/>
              </a:spcBef>
              <a:spcAft>
                <a:spcPts val="0"/>
              </a:spcAft>
              <a:buSzPts val="5200"/>
              <a:buNone/>
              <a:defRPr sz="5200"/>
            </a:lvl5pPr>
            <a:lvl6pPr lvl="5" algn="ctr" rtl="0">
              <a:spcBef>
                <a:spcPts val="0"/>
              </a:spcBef>
              <a:spcAft>
                <a:spcPts val="0"/>
              </a:spcAft>
              <a:buSzPts val="5200"/>
              <a:buNone/>
              <a:defRPr sz="5200"/>
            </a:lvl6pPr>
            <a:lvl7pPr lvl="6" algn="ctr" rtl="0">
              <a:spcBef>
                <a:spcPts val="0"/>
              </a:spcBef>
              <a:spcAft>
                <a:spcPts val="0"/>
              </a:spcAft>
              <a:buSzPts val="5200"/>
              <a:buNone/>
              <a:defRPr sz="5200"/>
            </a:lvl7pPr>
            <a:lvl8pPr lvl="7" algn="ctr" rtl="0">
              <a:spcBef>
                <a:spcPts val="0"/>
              </a:spcBef>
              <a:spcAft>
                <a:spcPts val="0"/>
              </a:spcAft>
              <a:buSzPts val="5200"/>
              <a:buNone/>
              <a:defRPr sz="5200"/>
            </a:lvl8pPr>
            <a:lvl9pPr lvl="8" algn="ctr" rtl="0">
              <a:spcBef>
                <a:spcPts val="0"/>
              </a:spcBef>
              <a:spcAft>
                <a:spcPts val="0"/>
              </a:spcAft>
              <a:buSzPts val="5200"/>
              <a:buNone/>
              <a:defRPr sz="5200"/>
            </a:lvl9pPr>
          </a:lstStyle>
          <a:p>
            <a:endParaRPr/>
          </a:p>
        </p:txBody>
      </p:sp>
      <p:sp>
        <p:nvSpPr>
          <p:cNvPr id="98" name="Google Shape;98;p27"/>
          <p:cNvSpPr txBox="1">
            <a:spLocks noGrp="1"/>
          </p:cNvSpPr>
          <p:nvPr>
            <p:ph type="subTitle" idx="1"/>
          </p:nvPr>
        </p:nvSpPr>
        <p:spPr>
          <a:xfrm>
            <a:off x="264945" y="5542289"/>
            <a:ext cx="7242600" cy="1550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800"/>
              <a:buNone/>
              <a:defRPr sz="2800"/>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rgbClr val="2E3D49"/>
        </a:solidFill>
        <a:effectLst/>
      </p:bgPr>
    </p:bg>
    <p:spTree>
      <p:nvGrpSpPr>
        <p:cNvPr id="1" name="Shape 99"/>
        <p:cNvGrpSpPr/>
        <p:nvPr/>
      </p:nvGrpSpPr>
      <p:grpSpPr>
        <a:xfrm>
          <a:off x="0" y="0"/>
          <a:ext cx="0" cy="0"/>
          <a:chOff x="0" y="0"/>
          <a:chExt cx="0" cy="0"/>
        </a:xfrm>
      </p:grpSpPr>
      <p:sp>
        <p:nvSpPr>
          <p:cNvPr id="100" name="Google Shape;100;p28"/>
          <p:cNvSpPr txBox="1">
            <a:spLocks noGrp="1"/>
          </p:cNvSpPr>
          <p:nvPr>
            <p:ph type="title"/>
          </p:nvPr>
        </p:nvSpPr>
        <p:spPr>
          <a:xfrm>
            <a:off x="264945" y="4206107"/>
            <a:ext cx="7242600" cy="16461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lt1"/>
              </a:buClr>
              <a:buSzPts val="3600"/>
              <a:buNone/>
              <a:defRPr sz="3600">
                <a:solidFill>
                  <a:schemeClr val="lt1"/>
                </a:solidFill>
              </a:defRPr>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01"/>
        <p:cNvGrpSpPr/>
        <p:nvPr/>
      </p:nvGrpSpPr>
      <p:grpSpPr>
        <a:xfrm>
          <a:off x="0" y="0"/>
          <a:ext cx="0" cy="0"/>
          <a:chOff x="0" y="0"/>
          <a:chExt cx="0" cy="0"/>
        </a:xfrm>
      </p:grpSpPr>
      <p:sp>
        <p:nvSpPr>
          <p:cNvPr id="102" name="Google Shape;102;p29"/>
          <p:cNvSpPr txBox="1">
            <a:spLocks noGrp="1"/>
          </p:cNvSpPr>
          <p:nvPr>
            <p:ph type="title"/>
          </p:nvPr>
        </p:nvSpPr>
        <p:spPr>
          <a:xfrm>
            <a:off x="264945" y="870271"/>
            <a:ext cx="7242600" cy="11199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03" name="Google Shape;103;p29"/>
          <p:cNvSpPr txBox="1">
            <a:spLocks noGrp="1"/>
          </p:cNvSpPr>
          <p:nvPr>
            <p:ph type="body" idx="1"/>
          </p:nvPr>
        </p:nvSpPr>
        <p:spPr>
          <a:xfrm>
            <a:off x="264945" y="2253729"/>
            <a:ext cx="7242600" cy="6239700"/>
          </a:xfrm>
          <a:prstGeom prst="rect">
            <a:avLst/>
          </a:prstGeom>
        </p:spPr>
        <p:txBody>
          <a:bodyPr spcFirstLastPara="1" wrap="square" lIns="91425" tIns="91425" rIns="91425" bIns="91425" anchor="t" anchorCtr="0">
            <a:noAutofit/>
          </a:bodyPr>
          <a:lstStyle>
            <a:lvl1pPr marL="457200" lvl="0" indent="-342900" rtl="0">
              <a:spcBef>
                <a:spcPts val="0"/>
              </a:spcBef>
              <a:spcAft>
                <a:spcPts val="0"/>
              </a:spcAft>
              <a:buSzPts val="1800"/>
              <a:buChar char="●"/>
              <a:defRPr/>
            </a:lvl1pPr>
            <a:lvl2pPr marL="914400" lvl="1" indent="-317500" rtl="0">
              <a:spcBef>
                <a:spcPts val="1600"/>
              </a:spcBef>
              <a:spcAft>
                <a:spcPts val="0"/>
              </a:spcAft>
              <a:buSzPts val="1400"/>
              <a:buChar char="○"/>
              <a:defRPr/>
            </a:lvl2pPr>
            <a:lvl3pPr marL="1371600" lvl="2" indent="-317500" rtl="0">
              <a:spcBef>
                <a:spcPts val="1600"/>
              </a:spcBef>
              <a:spcAft>
                <a:spcPts val="0"/>
              </a:spcAft>
              <a:buSzPts val="1400"/>
              <a:buChar char="■"/>
              <a:defRPr/>
            </a:lvl3pPr>
            <a:lvl4pPr marL="1828800" lvl="3" indent="-317500" rtl="0">
              <a:spcBef>
                <a:spcPts val="1600"/>
              </a:spcBef>
              <a:spcAft>
                <a:spcPts val="0"/>
              </a:spcAft>
              <a:buSzPts val="1400"/>
              <a:buChar char="●"/>
              <a:defRPr/>
            </a:lvl4pPr>
            <a:lvl5pPr marL="2286000" lvl="4" indent="-317500" rtl="0">
              <a:spcBef>
                <a:spcPts val="1600"/>
              </a:spcBef>
              <a:spcAft>
                <a:spcPts val="0"/>
              </a:spcAft>
              <a:buSzPts val="1400"/>
              <a:buChar char="○"/>
              <a:defRPr/>
            </a:lvl5pPr>
            <a:lvl6pPr marL="2743200" lvl="5" indent="-317500" rtl="0">
              <a:spcBef>
                <a:spcPts val="1600"/>
              </a:spcBef>
              <a:spcAft>
                <a:spcPts val="0"/>
              </a:spcAft>
              <a:buSzPts val="1400"/>
              <a:buChar char="■"/>
              <a:defRPr/>
            </a:lvl6pPr>
            <a:lvl7pPr marL="3200400" lvl="6" indent="-317500" rtl="0">
              <a:spcBef>
                <a:spcPts val="1600"/>
              </a:spcBef>
              <a:spcAft>
                <a:spcPts val="0"/>
              </a:spcAft>
              <a:buSzPts val="1400"/>
              <a:buChar char="●"/>
              <a:defRPr/>
            </a:lvl7pPr>
            <a:lvl8pPr marL="3657600" lvl="7" indent="-317500" rtl="0">
              <a:spcBef>
                <a:spcPts val="1600"/>
              </a:spcBef>
              <a:spcAft>
                <a:spcPts val="0"/>
              </a:spcAft>
              <a:buSzPts val="1400"/>
              <a:buChar char="○"/>
              <a:defRPr/>
            </a:lvl8pPr>
            <a:lvl9pPr marL="4114800" lvl="8" indent="-317500" rtl="0">
              <a:spcBef>
                <a:spcPts val="1600"/>
              </a:spcBef>
              <a:spcAft>
                <a:spcPts val="1600"/>
              </a:spcAft>
              <a:buSzPts val="1400"/>
              <a:buChar char="■"/>
              <a:defRPr/>
            </a:lvl9pPr>
          </a:lstStyle>
          <a:p>
            <a:endParaRPr/>
          </a:p>
        </p:txBody>
      </p:sp>
      <p:pic>
        <p:nvPicPr>
          <p:cNvPr id="104" name="Google Shape;104;p29"/>
          <p:cNvPicPr preferRelativeResize="0"/>
          <p:nvPr/>
        </p:nvPicPr>
        <p:blipFill>
          <a:blip r:embed="rId2">
            <a:alphaModFix/>
          </a:blip>
          <a:stretch>
            <a:fillRect/>
          </a:stretch>
        </p:blipFill>
        <p:spPr>
          <a:xfrm>
            <a:off x="6636150" y="125138"/>
            <a:ext cx="871400" cy="871400"/>
          </a:xfrm>
          <a:prstGeom prst="rect">
            <a:avLst/>
          </a:prstGeom>
          <a:noFill/>
          <a:ln>
            <a:noFill/>
          </a:ln>
        </p:spPr>
      </p:pic>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105"/>
        <p:cNvGrpSpPr/>
        <p:nvPr/>
      </p:nvGrpSpPr>
      <p:grpSpPr>
        <a:xfrm>
          <a:off x="0" y="0"/>
          <a:ext cx="0" cy="0"/>
          <a:chOff x="0" y="0"/>
          <a:chExt cx="0" cy="0"/>
        </a:xfrm>
      </p:grpSpPr>
      <p:sp>
        <p:nvSpPr>
          <p:cNvPr id="106" name="Google Shape;106;p30"/>
          <p:cNvSpPr txBox="1">
            <a:spLocks noGrp="1"/>
          </p:cNvSpPr>
          <p:nvPr>
            <p:ph type="title"/>
          </p:nvPr>
        </p:nvSpPr>
        <p:spPr>
          <a:xfrm>
            <a:off x="264945" y="870271"/>
            <a:ext cx="7242600" cy="11199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07" name="Google Shape;107;p30"/>
          <p:cNvSpPr txBox="1">
            <a:spLocks noGrp="1"/>
          </p:cNvSpPr>
          <p:nvPr>
            <p:ph type="body" idx="1"/>
          </p:nvPr>
        </p:nvSpPr>
        <p:spPr>
          <a:xfrm>
            <a:off x="264945" y="2253729"/>
            <a:ext cx="3399900" cy="6681000"/>
          </a:xfrm>
          <a:prstGeom prst="rect">
            <a:avLst/>
          </a:prstGeom>
        </p:spPr>
        <p:txBody>
          <a:bodyPr spcFirstLastPara="1" wrap="square" lIns="91425" tIns="91425" rIns="91425" bIns="91425" anchor="t" anchorCtr="0">
            <a:noAutofit/>
          </a:bodyPr>
          <a:lstStyle>
            <a:lvl1pPr marL="457200" lvl="0" indent="-317500" rtl="0">
              <a:spcBef>
                <a:spcPts val="0"/>
              </a:spcBef>
              <a:spcAft>
                <a:spcPts val="0"/>
              </a:spcAft>
              <a:buSzPts val="1400"/>
              <a:buChar char="●"/>
              <a:defRPr sz="1400"/>
            </a:lvl1pPr>
            <a:lvl2pPr marL="914400" lvl="1" indent="-304800" rtl="0">
              <a:spcBef>
                <a:spcPts val="1600"/>
              </a:spcBef>
              <a:spcAft>
                <a:spcPts val="0"/>
              </a:spcAft>
              <a:buSzPts val="1200"/>
              <a:buChar char="○"/>
              <a:defRPr sz="1200"/>
            </a:lvl2pPr>
            <a:lvl3pPr marL="1371600" lvl="2" indent="-304800" rtl="0">
              <a:spcBef>
                <a:spcPts val="1600"/>
              </a:spcBef>
              <a:spcAft>
                <a:spcPts val="0"/>
              </a:spcAft>
              <a:buSzPts val="1200"/>
              <a:buChar char="■"/>
              <a:defRPr sz="1200"/>
            </a:lvl3pPr>
            <a:lvl4pPr marL="1828800" lvl="3" indent="-304800" rtl="0">
              <a:spcBef>
                <a:spcPts val="1600"/>
              </a:spcBef>
              <a:spcAft>
                <a:spcPts val="0"/>
              </a:spcAft>
              <a:buSzPts val="1200"/>
              <a:buChar char="●"/>
              <a:defRPr sz="1200"/>
            </a:lvl4pPr>
            <a:lvl5pPr marL="2286000" lvl="4" indent="-304800" rtl="0">
              <a:spcBef>
                <a:spcPts val="1600"/>
              </a:spcBef>
              <a:spcAft>
                <a:spcPts val="0"/>
              </a:spcAft>
              <a:buSzPts val="1200"/>
              <a:buChar char="○"/>
              <a:defRPr sz="1200"/>
            </a:lvl5pPr>
            <a:lvl6pPr marL="2743200" lvl="5" indent="-304800" rtl="0">
              <a:spcBef>
                <a:spcPts val="1600"/>
              </a:spcBef>
              <a:spcAft>
                <a:spcPts val="0"/>
              </a:spcAft>
              <a:buSzPts val="1200"/>
              <a:buChar char="■"/>
              <a:defRPr sz="1200"/>
            </a:lvl6pPr>
            <a:lvl7pPr marL="3200400" lvl="6" indent="-304800" rtl="0">
              <a:spcBef>
                <a:spcPts val="1600"/>
              </a:spcBef>
              <a:spcAft>
                <a:spcPts val="0"/>
              </a:spcAft>
              <a:buSzPts val="1200"/>
              <a:buChar char="●"/>
              <a:defRPr sz="1200"/>
            </a:lvl7pPr>
            <a:lvl8pPr marL="3657600" lvl="7" indent="-304800" rtl="0">
              <a:spcBef>
                <a:spcPts val="1600"/>
              </a:spcBef>
              <a:spcAft>
                <a:spcPts val="0"/>
              </a:spcAft>
              <a:buSzPts val="1200"/>
              <a:buChar char="○"/>
              <a:defRPr sz="1200"/>
            </a:lvl8pPr>
            <a:lvl9pPr marL="4114800" lvl="8" indent="-304800" rtl="0">
              <a:spcBef>
                <a:spcPts val="1600"/>
              </a:spcBef>
              <a:spcAft>
                <a:spcPts val="1600"/>
              </a:spcAft>
              <a:buSzPts val="1200"/>
              <a:buChar char="■"/>
              <a:defRPr sz="1200"/>
            </a:lvl9pPr>
          </a:lstStyle>
          <a:p>
            <a:endParaRPr/>
          </a:p>
        </p:txBody>
      </p:sp>
      <p:sp>
        <p:nvSpPr>
          <p:cNvPr id="108" name="Google Shape;108;p30"/>
          <p:cNvSpPr txBox="1">
            <a:spLocks noGrp="1"/>
          </p:cNvSpPr>
          <p:nvPr>
            <p:ph type="body" idx="2"/>
          </p:nvPr>
        </p:nvSpPr>
        <p:spPr>
          <a:xfrm>
            <a:off x="4107540" y="2253729"/>
            <a:ext cx="3399900" cy="6681000"/>
          </a:xfrm>
          <a:prstGeom prst="rect">
            <a:avLst/>
          </a:prstGeom>
        </p:spPr>
        <p:txBody>
          <a:bodyPr spcFirstLastPara="1" wrap="square" lIns="91425" tIns="91425" rIns="91425" bIns="91425" anchor="t" anchorCtr="0">
            <a:noAutofit/>
          </a:bodyPr>
          <a:lstStyle>
            <a:lvl1pPr marL="457200" lvl="0" indent="-317500" rtl="0">
              <a:spcBef>
                <a:spcPts val="0"/>
              </a:spcBef>
              <a:spcAft>
                <a:spcPts val="0"/>
              </a:spcAft>
              <a:buSzPts val="1400"/>
              <a:buChar char="●"/>
              <a:defRPr sz="1400"/>
            </a:lvl1pPr>
            <a:lvl2pPr marL="914400" lvl="1" indent="-304800" rtl="0">
              <a:spcBef>
                <a:spcPts val="1600"/>
              </a:spcBef>
              <a:spcAft>
                <a:spcPts val="0"/>
              </a:spcAft>
              <a:buSzPts val="1200"/>
              <a:buChar char="○"/>
              <a:defRPr sz="1200"/>
            </a:lvl2pPr>
            <a:lvl3pPr marL="1371600" lvl="2" indent="-304800" rtl="0">
              <a:spcBef>
                <a:spcPts val="1600"/>
              </a:spcBef>
              <a:spcAft>
                <a:spcPts val="0"/>
              </a:spcAft>
              <a:buSzPts val="1200"/>
              <a:buChar char="■"/>
              <a:defRPr sz="1200"/>
            </a:lvl3pPr>
            <a:lvl4pPr marL="1828800" lvl="3" indent="-304800" rtl="0">
              <a:spcBef>
                <a:spcPts val="1600"/>
              </a:spcBef>
              <a:spcAft>
                <a:spcPts val="0"/>
              </a:spcAft>
              <a:buSzPts val="1200"/>
              <a:buChar char="●"/>
              <a:defRPr sz="1200"/>
            </a:lvl4pPr>
            <a:lvl5pPr marL="2286000" lvl="4" indent="-304800" rtl="0">
              <a:spcBef>
                <a:spcPts val="1600"/>
              </a:spcBef>
              <a:spcAft>
                <a:spcPts val="0"/>
              </a:spcAft>
              <a:buSzPts val="1200"/>
              <a:buChar char="○"/>
              <a:defRPr sz="1200"/>
            </a:lvl5pPr>
            <a:lvl6pPr marL="2743200" lvl="5" indent="-304800" rtl="0">
              <a:spcBef>
                <a:spcPts val="1600"/>
              </a:spcBef>
              <a:spcAft>
                <a:spcPts val="0"/>
              </a:spcAft>
              <a:buSzPts val="1200"/>
              <a:buChar char="■"/>
              <a:defRPr sz="1200"/>
            </a:lvl6pPr>
            <a:lvl7pPr marL="3200400" lvl="6" indent="-304800" rtl="0">
              <a:spcBef>
                <a:spcPts val="1600"/>
              </a:spcBef>
              <a:spcAft>
                <a:spcPts val="0"/>
              </a:spcAft>
              <a:buSzPts val="1200"/>
              <a:buChar char="●"/>
              <a:defRPr sz="1200"/>
            </a:lvl7pPr>
            <a:lvl8pPr marL="3657600" lvl="7" indent="-304800" rtl="0">
              <a:spcBef>
                <a:spcPts val="1600"/>
              </a:spcBef>
              <a:spcAft>
                <a:spcPts val="0"/>
              </a:spcAft>
              <a:buSzPts val="1200"/>
              <a:buChar char="○"/>
              <a:defRPr sz="1200"/>
            </a:lvl8pPr>
            <a:lvl9pPr marL="4114800" lvl="8" indent="-304800" rtl="0">
              <a:spcBef>
                <a:spcPts val="1600"/>
              </a:spcBef>
              <a:spcAft>
                <a:spcPts val="1600"/>
              </a:spcAft>
              <a:buSzPts val="1200"/>
              <a:buChar char="■"/>
              <a:defRPr sz="1200"/>
            </a:lvl9pPr>
          </a:lstStyle>
          <a:p>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09"/>
        <p:cNvGrpSpPr/>
        <p:nvPr/>
      </p:nvGrpSpPr>
      <p:grpSpPr>
        <a:xfrm>
          <a:off x="0" y="0"/>
          <a:ext cx="0" cy="0"/>
          <a:chOff x="0" y="0"/>
          <a:chExt cx="0" cy="0"/>
        </a:xfrm>
      </p:grpSpPr>
      <p:sp>
        <p:nvSpPr>
          <p:cNvPr id="110" name="Google Shape;110;p31"/>
          <p:cNvSpPr txBox="1">
            <a:spLocks noGrp="1"/>
          </p:cNvSpPr>
          <p:nvPr>
            <p:ph type="title"/>
          </p:nvPr>
        </p:nvSpPr>
        <p:spPr>
          <a:xfrm>
            <a:off x="264945" y="870271"/>
            <a:ext cx="7242600" cy="11199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111"/>
        <p:cNvGrpSpPr/>
        <p:nvPr/>
      </p:nvGrpSpPr>
      <p:grpSpPr>
        <a:xfrm>
          <a:off x="0" y="0"/>
          <a:ext cx="0" cy="0"/>
          <a:chOff x="0" y="0"/>
          <a:chExt cx="0" cy="0"/>
        </a:xfrm>
      </p:grpSpPr>
      <p:sp>
        <p:nvSpPr>
          <p:cNvPr id="112" name="Google Shape;112;p32"/>
          <p:cNvSpPr txBox="1">
            <a:spLocks noGrp="1"/>
          </p:cNvSpPr>
          <p:nvPr>
            <p:ph type="title"/>
          </p:nvPr>
        </p:nvSpPr>
        <p:spPr>
          <a:xfrm>
            <a:off x="264945" y="1086507"/>
            <a:ext cx="2386800" cy="14778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113" name="Google Shape;113;p32"/>
          <p:cNvSpPr txBox="1">
            <a:spLocks noGrp="1"/>
          </p:cNvSpPr>
          <p:nvPr>
            <p:ph type="body" idx="1"/>
          </p:nvPr>
        </p:nvSpPr>
        <p:spPr>
          <a:xfrm>
            <a:off x="264945" y="2717440"/>
            <a:ext cx="2386800" cy="6217500"/>
          </a:xfrm>
          <a:prstGeom prst="rect">
            <a:avLst/>
          </a:prstGeom>
        </p:spPr>
        <p:txBody>
          <a:bodyPr spcFirstLastPara="1" wrap="square" lIns="91425" tIns="91425" rIns="91425" bIns="91425" anchor="t" anchorCtr="0">
            <a:noAutofit/>
          </a:bodyPr>
          <a:lstStyle>
            <a:lvl1pPr marL="457200" lvl="0" indent="-304800" rtl="0">
              <a:spcBef>
                <a:spcPts val="0"/>
              </a:spcBef>
              <a:spcAft>
                <a:spcPts val="0"/>
              </a:spcAft>
              <a:buSzPts val="1200"/>
              <a:buChar char="●"/>
              <a:defRPr sz="1200"/>
            </a:lvl1pPr>
            <a:lvl2pPr marL="914400" lvl="1" indent="-304800" rtl="0">
              <a:spcBef>
                <a:spcPts val="1600"/>
              </a:spcBef>
              <a:spcAft>
                <a:spcPts val="0"/>
              </a:spcAft>
              <a:buSzPts val="1200"/>
              <a:buChar char="○"/>
              <a:defRPr sz="1200"/>
            </a:lvl2pPr>
            <a:lvl3pPr marL="1371600" lvl="2" indent="-304800" rtl="0">
              <a:spcBef>
                <a:spcPts val="1600"/>
              </a:spcBef>
              <a:spcAft>
                <a:spcPts val="0"/>
              </a:spcAft>
              <a:buSzPts val="1200"/>
              <a:buChar char="■"/>
              <a:defRPr sz="1200"/>
            </a:lvl3pPr>
            <a:lvl4pPr marL="1828800" lvl="3" indent="-304800" rtl="0">
              <a:spcBef>
                <a:spcPts val="1600"/>
              </a:spcBef>
              <a:spcAft>
                <a:spcPts val="0"/>
              </a:spcAft>
              <a:buSzPts val="1200"/>
              <a:buChar char="●"/>
              <a:defRPr sz="1200"/>
            </a:lvl4pPr>
            <a:lvl5pPr marL="2286000" lvl="4" indent="-304800" rtl="0">
              <a:spcBef>
                <a:spcPts val="1600"/>
              </a:spcBef>
              <a:spcAft>
                <a:spcPts val="0"/>
              </a:spcAft>
              <a:buSzPts val="1200"/>
              <a:buChar char="○"/>
              <a:defRPr sz="1200"/>
            </a:lvl5pPr>
            <a:lvl6pPr marL="2743200" lvl="5" indent="-304800" rtl="0">
              <a:spcBef>
                <a:spcPts val="1600"/>
              </a:spcBef>
              <a:spcAft>
                <a:spcPts val="0"/>
              </a:spcAft>
              <a:buSzPts val="1200"/>
              <a:buChar char="■"/>
              <a:defRPr sz="1200"/>
            </a:lvl6pPr>
            <a:lvl7pPr marL="3200400" lvl="6" indent="-304800" rtl="0">
              <a:spcBef>
                <a:spcPts val="1600"/>
              </a:spcBef>
              <a:spcAft>
                <a:spcPts val="0"/>
              </a:spcAft>
              <a:buSzPts val="1200"/>
              <a:buChar char="●"/>
              <a:defRPr sz="1200"/>
            </a:lvl7pPr>
            <a:lvl8pPr marL="3657600" lvl="7" indent="-304800" rtl="0">
              <a:spcBef>
                <a:spcPts val="1600"/>
              </a:spcBef>
              <a:spcAft>
                <a:spcPts val="0"/>
              </a:spcAft>
              <a:buSzPts val="1200"/>
              <a:buChar char="○"/>
              <a:defRPr sz="1200"/>
            </a:lvl8pPr>
            <a:lvl9pPr marL="4114800" lvl="8" indent="-304800" rtl="0">
              <a:spcBef>
                <a:spcPts val="1600"/>
              </a:spcBef>
              <a:spcAft>
                <a:spcPts val="1600"/>
              </a:spcAft>
              <a:buSzPts val="1200"/>
              <a:buChar char="■"/>
              <a:defRPr sz="1200"/>
            </a:lvl9pPr>
          </a:lstStyle>
          <a:p>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114"/>
        <p:cNvGrpSpPr/>
        <p:nvPr/>
      </p:nvGrpSpPr>
      <p:grpSpPr>
        <a:xfrm>
          <a:off x="0" y="0"/>
          <a:ext cx="0" cy="0"/>
          <a:chOff x="0" y="0"/>
          <a:chExt cx="0" cy="0"/>
        </a:xfrm>
      </p:grpSpPr>
      <p:sp>
        <p:nvSpPr>
          <p:cNvPr id="115" name="Google Shape;115;p33"/>
          <p:cNvSpPr txBox="1">
            <a:spLocks noGrp="1"/>
          </p:cNvSpPr>
          <p:nvPr>
            <p:ph type="title"/>
          </p:nvPr>
        </p:nvSpPr>
        <p:spPr>
          <a:xfrm>
            <a:off x="416713" y="880293"/>
            <a:ext cx="5412600" cy="7999800"/>
          </a:xfrm>
          <a:prstGeom prst="rect">
            <a:avLst/>
          </a:prstGeom>
        </p:spPr>
        <p:txBody>
          <a:bodyPr spcFirstLastPara="1" wrap="square" lIns="91425" tIns="91425" rIns="91425" bIns="91425" anchor="ctr" anchorCtr="0">
            <a:noAutofit/>
          </a:bodyPr>
          <a:lstStyle>
            <a:lvl1pPr lvl="0" rtl="0">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116"/>
        <p:cNvGrpSpPr/>
        <p:nvPr/>
      </p:nvGrpSpPr>
      <p:grpSpPr>
        <a:xfrm>
          <a:off x="0" y="0"/>
          <a:ext cx="0" cy="0"/>
          <a:chOff x="0" y="0"/>
          <a:chExt cx="0" cy="0"/>
        </a:xfrm>
      </p:grpSpPr>
      <p:sp>
        <p:nvSpPr>
          <p:cNvPr id="117" name="Google Shape;117;p34"/>
          <p:cNvSpPr/>
          <p:nvPr/>
        </p:nvSpPr>
        <p:spPr>
          <a:xfrm>
            <a:off x="3886200" y="-244"/>
            <a:ext cx="3886200" cy="100584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118;p34"/>
          <p:cNvSpPr txBox="1">
            <a:spLocks noGrp="1"/>
          </p:cNvSpPr>
          <p:nvPr>
            <p:ph type="title"/>
          </p:nvPr>
        </p:nvSpPr>
        <p:spPr>
          <a:xfrm>
            <a:off x="225675" y="2411542"/>
            <a:ext cx="3438300" cy="28986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4200"/>
              <a:buNone/>
              <a:defRPr sz="4200"/>
            </a:lvl1pPr>
            <a:lvl2pPr lvl="1" algn="ctr" rtl="0">
              <a:spcBef>
                <a:spcPts val="0"/>
              </a:spcBef>
              <a:spcAft>
                <a:spcPts val="0"/>
              </a:spcAft>
              <a:buSzPts val="4200"/>
              <a:buNone/>
              <a:defRPr sz="4200"/>
            </a:lvl2pPr>
            <a:lvl3pPr lvl="2" algn="ctr" rtl="0">
              <a:spcBef>
                <a:spcPts val="0"/>
              </a:spcBef>
              <a:spcAft>
                <a:spcPts val="0"/>
              </a:spcAft>
              <a:buSzPts val="4200"/>
              <a:buNone/>
              <a:defRPr sz="4200"/>
            </a:lvl3pPr>
            <a:lvl4pPr lvl="3" algn="ctr" rtl="0">
              <a:spcBef>
                <a:spcPts val="0"/>
              </a:spcBef>
              <a:spcAft>
                <a:spcPts val="0"/>
              </a:spcAft>
              <a:buSzPts val="4200"/>
              <a:buNone/>
              <a:defRPr sz="4200"/>
            </a:lvl4pPr>
            <a:lvl5pPr lvl="4" algn="ctr" rtl="0">
              <a:spcBef>
                <a:spcPts val="0"/>
              </a:spcBef>
              <a:spcAft>
                <a:spcPts val="0"/>
              </a:spcAft>
              <a:buSzPts val="4200"/>
              <a:buNone/>
              <a:defRPr sz="4200"/>
            </a:lvl5pPr>
            <a:lvl6pPr lvl="5" algn="ctr" rtl="0">
              <a:spcBef>
                <a:spcPts val="0"/>
              </a:spcBef>
              <a:spcAft>
                <a:spcPts val="0"/>
              </a:spcAft>
              <a:buSzPts val="4200"/>
              <a:buNone/>
              <a:defRPr sz="4200"/>
            </a:lvl6pPr>
            <a:lvl7pPr lvl="6" algn="ctr" rtl="0">
              <a:spcBef>
                <a:spcPts val="0"/>
              </a:spcBef>
              <a:spcAft>
                <a:spcPts val="0"/>
              </a:spcAft>
              <a:buSzPts val="4200"/>
              <a:buNone/>
              <a:defRPr sz="4200"/>
            </a:lvl7pPr>
            <a:lvl8pPr lvl="7" algn="ctr" rtl="0">
              <a:spcBef>
                <a:spcPts val="0"/>
              </a:spcBef>
              <a:spcAft>
                <a:spcPts val="0"/>
              </a:spcAft>
              <a:buSzPts val="4200"/>
              <a:buNone/>
              <a:defRPr sz="4200"/>
            </a:lvl8pPr>
            <a:lvl9pPr lvl="8" algn="ctr" rtl="0">
              <a:spcBef>
                <a:spcPts val="0"/>
              </a:spcBef>
              <a:spcAft>
                <a:spcPts val="0"/>
              </a:spcAft>
              <a:buSzPts val="4200"/>
              <a:buNone/>
              <a:defRPr sz="4200"/>
            </a:lvl9pPr>
          </a:lstStyle>
          <a:p>
            <a:endParaRPr/>
          </a:p>
        </p:txBody>
      </p:sp>
      <p:sp>
        <p:nvSpPr>
          <p:cNvPr id="119" name="Google Shape;119;p34"/>
          <p:cNvSpPr txBox="1">
            <a:spLocks noGrp="1"/>
          </p:cNvSpPr>
          <p:nvPr>
            <p:ph type="subTitle" idx="1"/>
          </p:nvPr>
        </p:nvSpPr>
        <p:spPr>
          <a:xfrm>
            <a:off x="225675" y="5481569"/>
            <a:ext cx="3438300" cy="24153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100"/>
              <a:buNone/>
              <a:defRPr sz="2100"/>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None/>
              <a:defRPr sz="2100"/>
            </a:lvl4pPr>
            <a:lvl5pPr lvl="4" algn="ctr" rtl="0">
              <a:lnSpc>
                <a:spcPct val="100000"/>
              </a:lnSpc>
              <a:spcBef>
                <a:spcPts val="0"/>
              </a:spcBef>
              <a:spcAft>
                <a:spcPts val="0"/>
              </a:spcAft>
              <a:buSzPts val="2100"/>
              <a:buNone/>
              <a:defRPr sz="2100"/>
            </a:lvl5pPr>
            <a:lvl6pPr lvl="5" algn="ctr" rtl="0">
              <a:lnSpc>
                <a:spcPct val="100000"/>
              </a:lnSpc>
              <a:spcBef>
                <a:spcPts val="0"/>
              </a:spcBef>
              <a:spcAft>
                <a:spcPts val="0"/>
              </a:spcAft>
              <a:buSzPts val="2100"/>
              <a:buNone/>
              <a:defRPr sz="2100"/>
            </a:lvl6pPr>
            <a:lvl7pPr lvl="6" algn="ctr" rtl="0">
              <a:lnSpc>
                <a:spcPct val="100000"/>
              </a:lnSpc>
              <a:spcBef>
                <a:spcPts val="0"/>
              </a:spcBef>
              <a:spcAft>
                <a:spcPts val="0"/>
              </a:spcAft>
              <a:buSzPts val="2100"/>
              <a:buNone/>
              <a:defRPr sz="2100"/>
            </a:lvl7pPr>
            <a:lvl8pPr lvl="7" algn="ctr" rtl="0">
              <a:lnSpc>
                <a:spcPct val="100000"/>
              </a:lnSpc>
              <a:spcBef>
                <a:spcPts val="0"/>
              </a:spcBef>
              <a:spcAft>
                <a:spcPts val="0"/>
              </a:spcAft>
              <a:buSzPts val="2100"/>
              <a:buNone/>
              <a:defRPr sz="2100"/>
            </a:lvl8pPr>
            <a:lvl9pPr lvl="8" algn="ctr" rtl="0">
              <a:lnSpc>
                <a:spcPct val="100000"/>
              </a:lnSpc>
              <a:spcBef>
                <a:spcPts val="0"/>
              </a:spcBef>
              <a:spcAft>
                <a:spcPts val="0"/>
              </a:spcAft>
              <a:buSzPts val="2100"/>
              <a:buNone/>
              <a:defRPr sz="2100"/>
            </a:lvl9pPr>
          </a:lstStyle>
          <a:p>
            <a:endParaRPr/>
          </a:p>
        </p:txBody>
      </p:sp>
      <p:sp>
        <p:nvSpPr>
          <p:cNvPr id="120" name="Google Shape;120;p34"/>
          <p:cNvSpPr txBox="1">
            <a:spLocks noGrp="1"/>
          </p:cNvSpPr>
          <p:nvPr>
            <p:ph type="body" idx="2"/>
          </p:nvPr>
        </p:nvSpPr>
        <p:spPr>
          <a:xfrm>
            <a:off x="4198575" y="1415969"/>
            <a:ext cx="3261300" cy="7226100"/>
          </a:xfrm>
          <a:prstGeom prst="rect">
            <a:avLst/>
          </a:prstGeom>
        </p:spPr>
        <p:txBody>
          <a:bodyPr spcFirstLastPara="1" wrap="square" lIns="91425" tIns="91425" rIns="91425" bIns="91425" anchor="ctr" anchorCtr="0">
            <a:noAutofit/>
          </a:bodyPr>
          <a:lstStyle>
            <a:lvl1pPr marL="457200" lvl="0" indent="-342900" rtl="0">
              <a:spcBef>
                <a:spcPts val="0"/>
              </a:spcBef>
              <a:spcAft>
                <a:spcPts val="0"/>
              </a:spcAft>
              <a:buSzPts val="1800"/>
              <a:buChar char="●"/>
              <a:defRPr/>
            </a:lvl1pPr>
            <a:lvl2pPr marL="914400" lvl="1" indent="-317500" rtl="0">
              <a:spcBef>
                <a:spcPts val="1600"/>
              </a:spcBef>
              <a:spcAft>
                <a:spcPts val="0"/>
              </a:spcAft>
              <a:buSzPts val="1400"/>
              <a:buChar char="○"/>
              <a:defRPr/>
            </a:lvl2pPr>
            <a:lvl3pPr marL="1371600" lvl="2" indent="-317500" rtl="0">
              <a:spcBef>
                <a:spcPts val="1600"/>
              </a:spcBef>
              <a:spcAft>
                <a:spcPts val="0"/>
              </a:spcAft>
              <a:buSzPts val="1400"/>
              <a:buChar char="■"/>
              <a:defRPr/>
            </a:lvl3pPr>
            <a:lvl4pPr marL="1828800" lvl="3" indent="-317500" rtl="0">
              <a:spcBef>
                <a:spcPts val="1600"/>
              </a:spcBef>
              <a:spcAft>
                <a:spcPts val="0"/>
              </a:spcAft>
              <a:buSzPts val="1400"/>
              <a:buChar char="●"/>
              <a:defRPr/>
            </a:lvl4pPr>
            <a:lvl5pPr marL="2286000" lvl="4" indent="-317500" rtl="0">
              <a:spcBef>
                <a:spcPts val="1600"/>
              </a:spcBef>
              <a:spcAft>
                <a:spcPts val="0"/>
              </a:spcAft>
              <a:buSzPts val="1400"/>
              <a:buChar char="○"/>
              <a:defRPr/>
            </a:lvl5pPr>
            <a:lvl6pPr marL="2743200" lvl="5" indent="-317500" rtl="0">
              <a:spcBef>
                <a:spcPts val="1600"/>
              </a:spcBef>
              <a:spcAft>
                <a:spcPts val="0"/>
              </a:spcAft>
              <a:buSzPts val="1400"/>
              <a:buChar char="■"/>
              <a:defRPr/>
            </a:lvl6pPr>
            <a:lvl7pPr marL="3200400" lvl="6" indent="-317500" rtl="0">
              <a:spcBef>
                <a:spcPts val="1600"/>
              </a:spcBef>
              <a:spcAft>
                <a:spcPts val="0"/>
              </a:spcAft>
              <a:buSzPts val="1400"/>
              <a:buChar char="●"/>
              <a:defRPr/>
            </a:lvl7pPr>
            <a:lvl8pPr marL="3657600" lvl="7" indent="-317500" rtl="0">
              <a:spcBef>
                <a:spcPts val="1600"/>
              </a:spcBef>
              <a:spcAft>
                <a:spcPts val="0"/>
              </a:spcAft>
              <a:buSzPts val="1400"/>
              <a:buChar char="○"/>
              <a:defRPr/>
            </a:lvl8pPr>
            <a:lvl9pPr marL="4114800" lvl="8" indent="-317500" rtl="0">
              <a:spcBef>
                <a:spcPts val="1600"/>
              </a:spcBef>
              <a:spcAft>
                <a:spcPts val="1600"/>
              </a:spcAft>
              <a:buSzPts val="1400"/>
              <a:buChar char="■"/>
              <a:defRPr/>
            </a:lvl9pPr>
          </a:lstStyle>
          <a:p>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121"/>
        <p:cNvGrpSpPr/>
        <p:nvPr/>
      </p:nvGrpSpPr>
      <p:grpSpPr>
        <a:xfrm>
          <a:off x="0" y="0"/>
          <a:ext cx="0" cy="0"/>
          <a:chOff x="0" y="0"/>
          <a:chExt cx="0" cy="0"/>
        </a:xfrm>
      </p:grpSpPr>
      <p:sp>
        <p:nvSpPr>
          <p:cNvPr id="122" name="Google Shape;122;p35"/>
          <p:cNvSpPr txBox="1">
            <a:spLocks noGrp="1"/>
          </p:cNvSpPr>
          <p:nvPr>
            <p:ph type="body" idx="1"/>
          </p:nvPr>
        </p:nvSpPr>
        <p:spPr>
          <a:xfrm>
            <a:off x="264945" y="8273124"/>
            <a:ext cx="5099100" cy="1183200"/>
          </a:xfrm>
          <a:prstGeom prst="rect">
            <a:avLst/>
          </a:prstGeom>
        </p:spPr>
        <p:txBody>
          <a:bodyPr spcFirstLastPara="1" wrap="square" lIns="91425" tIns="91425" rIns="91425" bIns="91425" anchor="ctr" anchorCtr="0">
            <a:noAutofit/>
          </a:bodyPr>
          <a:lstStyle>
            <a:lvl1pPr marL="457200" lvl="0" indent="-228600" rtl="0">
              <a:lnSpc>
                <a:spcPct val="100000"/>
              </a:lnSpc>
              <a:spcBef>
                <a:spcPts val="0"/>
              </a:spcBef>
              <a:spcAft>
                <a:spcPts val="0"/>
              </a:spcAft>
              <a:buSzPts val="1800"/>
              <a:buNone/>
              <a:defRPr/>
            </a:lvl1pPr>
          </a:lstStyle>
          <a:p>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123"/>
        <p:cNvGrpSpPr/>
        <p:nvPr/>
      </p:nvGrpSpPr>
      <p:grpSpPr>
        <a:xfrm>
          <a:off x="0" y="0"/>
          <a:ext cx="0" cy="0"/>
          <a:chOff x="0" y="0"/>
          <a:chExt cx="0" cy="0"/>
        </a:xfrm>
      </p:grpSpPr>
      <p:sp>
        <p:nvSpPr>
          <p:cNvPr id="124" name="Google Shape;124;p36"/>
          <p:cNvSpPr txBox="1">
            <a:spLocks noGrp="1"/>
          </p:cNvSpPr>
          <p:nvPr>
            <p:ph type="title" hasCustomPrompt="1"/>
          </p:nvPr>
        </p:nvSpPr>
        <p:spPr>
          <a:xfrm>
            <a:off x="264945" y="2163089"/>
            <a:ext cx="7242600" cy="3839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2000"/>
              <a:buNone/>
              <a:defRPr sz="12000"/>
            </a:lvl1pPr>
            <a:lvl2pPr lvl="1" algn="ctr" rtl="0">
              <a:spcBef>
                <a:spcPts val="0"/>
              </a:spcBef>
              <a:spcAft>
                <a:spcPts val="0"/>
              </a:spcAft>
              <a:buSzPts val="12000"/>
              <a:buNone/>
              <a:defRPr sz="12000"/>
            </a:lvl2pPr>
            <a:lvl3pPr lvl="2" algn="ctr" rtl="0">
              <a:spcBef>
                <a:spcPts val="0"/>
              </a:spcBef>
              <a:spcAft>
                <a:spcPts val="0"/>
              </a:spcAft>
              <a:buSzPts val="12000"/>
              <a:buNone/>
              <a:defRPr sz="12000"/>
            </a:lvl3pPr>
            <a:lvl4pPr lvl="3" algn="ctr" rtl="0">
              <a:spcBef>
                <a:spcPts val="0"/>
              </a:spcBef>
              <a:spcAft>
                <a:spcPts val="0"/>
              </a:spcAft>
              <a:buSzPts val="12000"/>
              <a:buNone/>
              <a:defRPr sz="12000"/>
            </a:lvl4pPr>
            <a:lvl5pPr lvl="4" algn="ctr" rtl="0">
              <a:spcBef>
                <a:spcPts val="0"/>
              </a:spcBef>
              <a:spcAft>
                <a:spcPts val="0"/>
              </a:spcAft>
              <a:buSzPts val="12000"/>
              <a:buNone/>
              <a:defRPr sz="12000"/>
            </a:lvl5pPr>
            <a:lvl6pPr lvl="5" algn="ctr" rtl="0">
              <a:spcBef>
                <a:spcPts val="0"/>
              </a:spcBef>
              <a:spcAft>
                <a:spcPts val="0"/>
              </a:spcAft>
              <a:buSzPts val="12000"/>
              <a:buNone/>
              <a:defRPr sz="12000"/>
            </a:lvl6pPr>
            <a:lvl7pPr lvl="6" algn="ctr" rtl="0">
              <a:spcBef>
                <a:spcPts val="0"/>
              </a:spcBef>
              <a:spcAft>
                <a:spcPts val="0"/>
              </a:spcAft>
              <a:buSzPts val="12000"/>
              <a:buNone/>
              <a:defRPr sz="12000"/>
            </a:lvl7pPr>
            <a:lvl8pPr lvl="7" algn="ctr" rtl="0">
              <a:spcBef>
                <a:spcPts val="0"/>
              </a:spcBef>
              <a:spcAft>
                <a:spcPts val="0"/>
              </a:spcAft>
              <a:buSzPts val="12000"/>
              <a:buNone/>
              <a:defRPr sz="12000"/>
            </a:lvl8pPr>
            <a:lvl9pPr lvl="8" algn="ctr" rtl="0">
              <a:spcBef>
                <a:spcPts val="0"/>
              </a:spcBef>
              <a:spcAft>
                <a:spcPts val="0"/>
              </a:spcAft>
              <a:buSzPts val="12000"/>
              <a:buNone/>
              <a:defRPr sz="12000"/>
            </a:lvl9pPr>
          </a:lstStyle>
          <a:p>
            <a:r>
              <a:t>xx%</a:t>
            </a:r>
          </a:p>
        </p:txBody>
      </p:sp>
      <p:sp>
        <p:nvSpPr>
          <p:cNvPr id="125" name="Google Shape;125;p36"/>
          <p:cNvSpPr txBox="1">
            <a:spLocks noGrp="1"/>
          </p:cNvSpPr>
          <p:nvPr>
            <p:ph type="body" idx="1"/>
          </p:nvPr>
        </p:nvSpPr>
        <p:spPr>
          <a:xfrm>
            <a:off x="264945" y="6164351"/>
            <a:ext cx="7242600" cy="2543700"/>
          </a:xfrm>
          <a:prstGeom prst="rect">
            <a:avLst/>
          </a:prstGeom>
        </p:spPr>
        <p:txBody>
          <a:bodyPr spcFirstLastPara="1" wrap="square" lIns="91425" tIns="91425" rIns="91425" bIns="91425" anchor="t" anchorCtr="0">
            <a:noAutofit/>
          </a:bodyPr>
          <a:lstStyle>
            <a:lvl1pPr marL="457200" lvl="0" indent="-342900" algn="ctr" rtl="0">
              <a:spcBef>
                <a:spcPts val="0"/>
              </a:spcBef>
              <a:spcAft>
                <a:spcPts val="0"/>
              </a:spcAft>
              <a:buSzPts val="1800"/>
              <a:buChar char="●"/>
              <a:defRPr/>
            </a:lvl1pPr>
            <a:lvl2pPr marL="914400" lvl="1" indent="-317500" algn="ctr" rtl="0">
              <a:spcBef>
                <a:spcPts val="1600"/>
              </a:spcBef>
              <a:spcAft>
                <a:spcPts val="0"/>
              </a:spcAft>
              <a:buSzPts val="1400"/>
              <a:buChar char="○"/>
              <a:defRPr/>
            </a:lvl2pPr>
            <a:lvl3pPr marL="1371600" lvl="2" indent="-317500" algn="ctr" rtl="0">
              <a:spcBef>
                <a:spcPts val="1600"/>
              </a:spcBef>
              <a:spcAft>
                <a:spcPts val="0"/>
              </a:spcAft>
              <a:buSzPts val="1400"/>
              <a:buChar char="■"/>
              <a:defRPr/>
            </a:lvl3pPr>
            <a:lvl4pPr marL="1828800" lvl="3" indent="-317500" algn="ctr" rtl="0">
              <a:spcBef>
                <a:spcPts val="1600"/>
              </a:spcBef>
              <a:spcAft>
                <a:spcPts val="0"/>
              </a:spcAft>
              <a:buSzPts val="1400"/>
              <a:buChar char="●"/>
              <a:defRPr/>
            </a:lvl4pPr>
            <a:lvl5pPr marL="2286000" lvl="4" indent="-317500" algn="ctr" rtl="0">
              <a:spcBef>
                <a:spcPts val="1600"/>
              </a:spcBef>
              <a:spcAft>
                <a:spcPts val="0"/>
              </a:spcAft>
              <a:buSzPts val="1400"/>
              <a:buChar char="○"/>
              <a:defRPr/>
            </a:lvl5pPr>
            <a:lvl6pPr marL="2743200" lvl="5" indent="-317500" algn="ctr" rtl="0">
              <a:spcBef>
                <a:spcPts val="1600"/>
              </a:spcBef>
              <a:spcAft>
                <a:spcPts val="0"/>
              </a:spcAft>
              <a:buSzPts val="1400"/>
              <a:buChar char="■"/>
              <a:defRPr/>
            </a:lvl6pPr>
            <a:lvl7pPr marL="3200400" lvl="6" indent="-317500" algn="ctr" rtl="0">
              <a:spcBef>
                <a:spcPts val="1600"/>
              </a:spcBef>
              <a:spcAft>
                <a:spcPts val="0"/>
              </a:spcAft>
              <a:buSzPts val="1400"/>
              <a:buChar char="●"/>
              <a:defRPr/>
            </a:lvl7pPr>
            <a:lvl8pPr marL="3657600" lvl="7" indent="-317500" algn="ctr" rtl="0">
              <a:spcBef>
                <a:spcPts val="1600"/>
              </a:spcBef>
              <a:spcAft>
                <a:spcPts val="0"/>
              </a:spcAft>
              <a:buSzPts val="1400"/>
              <a:buChar char="○"/>
              <a:defRPr/>
            </a:lvl8pPr>
            <a:lvl9pPr marL="4114800" lvl="8" indent="-317500" algn="ctr" rtl="0">
              <a:spcBef>
                <a:spcPts val="1600"/>
              </a:spcBef>
              <a:spcAft>
                <a:spcPts val="1600"/>
              </a:spcAft>
              <a:buSzPts val="1400"/>
              <a:buChar char="■"/>
              <a:defRPr/>
            </a:lvl9pPr>
          </a:lstStyle>
          <a:p>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26"/>
        <p:cNvGrpSpPr/>
        <p:nvPr/>
      </p:nvGrpSpPr>
      <p:grpSpPr>
        <a:xfrm>
          <a:off x="0" y="0"/>
          <a:ext cx="0" cy="0"/>
          <a:chOff x="0" y="0"/>
          <a:chExt cx="0" cy="0"/>
        </a:xfrm>
      </p:grpSpPr>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32"/>
        <p:cNvGrpSpPr/>
        <p:nvPr/>
      </p:nvGrpSpPr>
      <p:grpSpPr>
        <a:xfrm>
          <a:off x="0" y="0"/>
          <a:ext cx="0" cy="0"/>
          <a:chOff x="0" y="0"/>
          <a:chExt cx="0" cy="0"/>
        </a:xfrm>
      </p:grpSpPr>
      <p:sp>
        <p:nvSpPr>
          <p:cNvPr id="133" name="Google Shape;133;p39"/>
          <p:cNvSpPr txBox="1">
            <a:spLocks noGrp="1"/>
          </p:cNvSpPr>
          <p:nvPr>
            <p:ph type="ctrTitle"/>
          </p:nvPr>
        </p:nvSpPr>
        <p:spPr>
          <a:xfrm>
            <a:off x="264952" y="1456058"/>
            <a:ext cx="7242600" cy="4014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5200"/>
              <a:buFont typeface="Open Sans"/>
              <a:buNone/>
              <a:defRPr sz="5200">
                <a:latin typeface="Open Sans"/>
                <a:ea typeface="Open Sans"/>
                <a:cs typeface="Open Sans"/>
                <a:sym typeface="Open Sans"/>
              </a:defRPr>
            </a:lvl1pPr>
            <a:lvl2pPr lvl="1" algn="ctr" rtl="0">
              <a:spcBef>
                <a:spcPts val="0"/>
              </a:spcBef>
              <a:spcAft>
                <a:spcPts val="0"/>
              </a:spcAft>
              <a:buSzPts val="5200"/>
              <a:buNone/>
              <a:defRPr sz="5200"/>
            </a:lvl2pPr>
            <a:lvl3pPr lvl="2" algn="ctr" rtl="0">
              <a:spcBef>
                <a:spcPts val="0"/>
              </a:spcBef>
              <a:spcAft>
                <a:spcPts val="0"/>
              </a:spcAft>
              <a:buSzPts val="5200"/>
              <a:buNone/>
              <a:defRPr sz="5200"/>
            </a:lvl3pPr>
            <a:lvl4pPr lvl="3" algn="ctr" rtl="0">
              <a:spcBef>
                <a:spcPts val="0"/>
              </a:spcBef>
              <a:spcAft>
                <a:spcPts val="0"/>
              </a:spcAft>
              <a:buSzPts val="5200"/>
              <a:buNone/>
              <a:defRPr sz="5200"/>
            </a:lvl4pPr>
            <a:lvl5pPr lvl="4" algn="ctr" rtl="0">
              <a:spcBef>
                <a:spcPts val="0"/>
              </a:spcBef>
              <a:spcAft>
                <a:spcPts val="0"/>
              </a:spcAft>
              <a:buSzPts val="5200"/>
              <a:buNone/>
              <a:defRPr sz="5200"/>
            </a:lvl5pPr>
            <a:lvl6pPr lvl="5" algn="ctr" rtl="0">
              <a:spcBef>
                <a:spcPts val="0"/>
              </a:spcBef>
              <a:spcAft>
                <a:spcPts val="0"/>
              </a:spcAft>
              <a:buSzPts val="5200"/>
              <a:buNone/>
              <a:defRPr sz="5200"/>
            </a:lvl6pPr>
            <a:lvl7pPr lvl="6" algn="ctr" rtl="0">
              <a:spcBef>
                <a:spcPts val="0"/>
              </a:spcBef>
              <a:spcAft>
                <a:spcPts val="0"/>
              </a:spcAft>
              <a:buSzPts val="5200"/>
              <a:buNone/>
              <a:defRPr sz="5200"/>
            </a:lvl7pPr>
            <a:lvl8pPr lvl="7" algn="ctr" rtl="0">
              <a:spcBef>
                <a:spcPts val="0"/>
              </a:spcBef>
              <a:spcAft>
                <a:spcPts val="0"/>
              </a:spcAft>
              <a:buSzPts val="5200"/>
              <a:buNone/>
              <a:defRPr sz="5200"/>
            </a:lvl8pPr>
            <a:lvl9pPr lvl="8" algn="ctr" rtl="0">
              <a:spcBef>
                <a:spcPts val="0"/>
              </a:spcBef>
              <a:spcAft>
                <a:spcPts val="0"/>
              </a:spcAft>
              <a:buSzPts val="5200"/>
              <a:buNone/>
              <a:defRPr sz="5200"/>
            </a:lvl9pPr>
          </a:lstStyle>
          <a:p>
            <a:endParaRPr/>
          </a:p>
        </p:txBody>
      </p:sp>
      <p:sp>
        <p:nvSpPr>
          <p:cNvPr id="134" name="Google Shape;134;p39"/>
          <p:cNvSpPr txBox="1">
            <a:spLocks noGrp="1"/>
          </p:cNvSpPr>
          <p:nvPr>
            <p:ph type="subTitle" idx="1"/>
          </p:nvPr>
        </p:nvSpPr>
        <p:spPr>
          <a:xfrm>
            <a:off x="264945" y="5542289"/>
            <a:ext cx="7242600" cy="1550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800"/>
              <a:buFont typeface="Open Sans"/>
              <a:buNone/>
              <a:defRPr sz="2800">
                <a:latin typeface="Open Sans"/>
                <a:ea typeface="Open Sans"/>
                <a:cs typeface="Open Sans"/>
                <a:sym typeface="Open Sans"/>
              </a:defRPr>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135" name="Google Shape;135;p39"/>
          <p:cNvSpPr txBox="1">
            <a:spLocks noGrp="1"/>
          </p:cNvSpPr>
          <p:nvPr>
            <p:ph type="sldNum" idx="12"/>
          </p:nvPr>
        </p:nvSpPr>
        <p:spPr>
          <a:xfrm>
            <a:off x="7201589" y="9119180"/>
            <a:ext cx="466500" cy="7698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rgbClr val="2E3D49"/>
        </a:solidFill>
        <a:effectLst/>
      </p:bgPr>
    </p:bg>
    <p:spTree>
      <p:nvGrpSpPr>
        <p:cNvPr id="1" name="Shape 136"/>
        <p:cNvGrpSpPr/>
        <p:nvPr/>
      </p:nvGrpSpPr>
      <p:grpSpPr>
        <a:xfrm>
          <a:off x="0" y="0"/>
          <a:ext cx="0" cy="0"/>
          <a:chOff x="0" y="0"/>
          <a:chExt cx="0" cy="0"/>
        </a:xfrm>
      </p:grpSpPr>
      <p:sp>
        <p:nvSpPr>
          <p:cNvPr id="137" name="Google Shape;137;p40"/>
          <p:cNvSpPr txBox="1">
            <a:spLocks noGrp="1"/>
          </p:cNvSpPr>
          <p:nvPr>
            <p:ph type="title"/>
          </p:nvPr>
        </p:nvSpPr>
        <p:spPr>
          <a:xfrm>
            <a:off x="264945" y="4206107"/>
            <a:ext cx="7242600" cy="16461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lt1"/>
              </a:buClr>
              <a:buSzPts val="3600"/>
              <a:buFont typeface="Open Sans"/>
              <a:buNone/>
              <a:defRPr sz="3600">
                <a:solidFill>
                  <a:schemeClr val="lt1"/>
                </a:solidFill>
                <a:latin typeface="Open Sans"/>
                <a:ea typeface="Open Sans"/>
                <a:cs typeface="Open Sans"/>
                <a:sym typeface="Open Sans"/>
              </a:defRPr>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138" name="Google Shape;138;p40"/>
          <p:cNvSpPr txBox="1">
            <a:spLocks noGrp="1"/>
          </p:cNvSpPr>
          <p:nvPr>
            <p:ph type="sldNum" idx="12"/>
          </p:nvPr>
        </p:nvSpPr>
        <p:spPr>
          <a:xfrm>
            <a:off x="7201589" y="9119180"/>
            <a:ext cx="466500" cy="7698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ANND" type="tx">
  <p:cSld name="TITLE_AND_BODY">
    <p:spTree>
      <p:nvGrpSpPr>
        <p:cNvPr id="1" name="Shape 139"/>
        <p:cNvGrpSpPr/>
        <p:nvPr/>
      </p:nvGrpSpPr>
      <p:grpSpPr>
        <a:xfrm>
          <a:off x="0" y="0"/>
          <a:ext cx="0" cy="0"/>
          <a:chOff x="0" y="0"/>
          <a:chExt cx="0" cy="0"/>
        </a:xfrm>
      </p:grpSpPr>
      <p:sp>
        <p:nvSpPr>
          <p:cNvPr id="140" name="Google Shape;140;p41"/>
          <p:cNvSpPr txBox="1">
            <a:spLocks noGrp="1"/>
          </p:cNvSpPr>
          <p:nvPr>
            <p:ph type="title"/>
          </p:nvPr>
        </p:nvSpPr>
        <p:spPr>
          <a:xfrm>
            <a:off x="264945" y="870271"/>
            <a:ext cx="7242600" cy="1119900"/>
          </a:xfrm>
          <a:prstGeom prst="rect">
            <a:avLst/>
          </a:prstGeom>
        </p:spPr>
        <p:txBody>
          <a:bodyPr spcFirstLastPara="1" wrap="square" lIns="91425" tIns="91425" rIns="91425" bIns="91425" anchor="ctr" anchorCtr="0">
            <a:noAutofit/>
          </a:bodyPr>
          <a:lstStyle>
            <a:lvl1pPr lvl="0" rtl="0">
              <a:spcBef>
                <a:spcPts val="0"/>
              </a:spcBef>
              <a:spcAft>
                <a:spcPts val="0"/>
              </a:spcAft>
              <a:buSzPts val="30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41" name="Google Shape;141;p41"/>
          <p:cNvSpPr txBox="1">
            <a:spLocks noGrp="1"/>
          </p:cNvSpPr>
          <p:nvPr>
            <p:ph type="body" idx="1"/>
          </p:nvPr>
        </p:nvSpPr>
        <p:spPr>
          <a:xfrm>
            <a:off x="264945" y="2253729"/>
            <a:ext cx="7242600" cy="6681000"/>
          </a:xfrm>
          <a:prstGeom prst="rect">
            <a:avLst/>
          </a:prstGeom>
        </p:spPr>
        <p:txBody>
          <a:bodyPr spcFirstLastPara="1" wrap="square" lIns="91425" tIns="91425" rIns="91425" bIns="91425" anchor="t" anchorCtr="0">
            <a:noAutofit/>
          </a:bodyPr>
          <a:lstStyle>
            <a:lvl1pPr marL="457200" lvl="0" indent="-342900" rtl="0">
              <a:spcBef>
                <a:spcPts val="0"/>
              </a:spcBef>
              <a:spcAft>
                <a:spcPts val="0"/>
              </a:spcAft>
              <a:buSzPts val="1800"/>
              <a:buFont typeface="Open Sans"/>
              <a:buChar char="●"/>
              <a:defRPr>
                <a:latin typeface="Open Sans"/>
                <a:ea typeface="Open Sans"/>
                <a:cs typeface="Open Sans"/>
                <a:sym typeface="Open Sans"/>
              </a:defRPr>
            </a:lvl1pPr>
            <a:lvl2pPr marL="914400" lvl="1" indent="-317500" rtl="0">
              <a:spcBef>
                <a:spcPts val="1600"/>
              </a:spcBef>
              <a:spcAft>
                <a:spcPts val="0"/>
              </a:spcAft>
              <a:buSzPts val="1400"/>
              <a:buFont typeface="Open Sans"/>
              <a:buChar char="○"/>
              <a:defRPr>
                <a:latin typeface="Open Sans"/>
                <a:ea typeface="Open Sans"/>
                <a:cs typeface="Open Sans"/>
                <a:sym typeface="Open Sans"/>
              </a:defRPr>
            </a:lvl2pPr>
            <a:lvl3pPr marL="1371600" lvl="2" indent="-317500" rtl="0">
              <a:spcBef>
                <a:spcPts val="1600"/>
              </a:spcBef>
              <a:spcAft>
                <a:spcPts val="0"/>
              </a:spcAft>
              <a:buSzPts val="1400"/>
              <a:buFont typeface="Open Sans"/>
              <a:buChar char="■"/>
              <a:defRPr>
                <a:latin typeface="Open Sans"/>
                <a:ea typeface="Open Sans"/>
                <a:cs typeface="Open Sans"/>
                <a:sym typeface="Open Sans"/>
              </a:defRPr>
            </a:lvl3pPr>
            <a:lvl4pPr marL="1828800" lvl="3" indent="-317500" rtl="0">
              <a:spcBef>
                <a:spcPts val="1600"/>
              </a:spcBef>
              <a:spcAft>
                <a:spcPts val="0"/>
              </a:spcAft>
              <a:buSzPts val="1400"/>
              <a:buFont typeface="Open Sans"/>
              <a:buChar char="●"/>
              <a:defRPr>
                <a:latin typeface="Open Sans"/>
                <a:ea typeface="Open Sans"/>
                <a:cs typeface="Open Sans"/>
                <a:sym typeface="Open Sans"/>
              </a:defRPr>
            </a:lvl4pPr>
            <a:lvl5pPr marL="2286000" lvl="4" indent="-317500" rtl="0">
              <a:spcBef>
                <a:spcPts val="1600"/>
              </a:spcBef>
              <a:spcAft>
                <a:spcPts val="0"/>
              </a:spcAft>
              <a:buSzPts val="1400"/>
              <a:buFont typeface="Open Sans"/>
              <a:buChar char="○"/>
              <a:defRPr>
                <a:latin typeface="Open Sans"/>
                <a:ea typeface="Open Sans"/>
                <a:cs typeface="Open Sans"/>
                <a:sym typeface="Open Sans"/>
              </a:defRPr>
            </a:lvl5pPr>
            <a:lvl6pPr marL="2743200" lvl="5" indent="-317500" rtl="0">
              <a:spcBef>
                <a:spcPts val="1600"/>
              </a:spcBef>
              <a:spcAft>
                <a:spcPts val="0"/>
              </a:spcAft>
              <a:buSzPts val="1400"/>
              <a:buFont typeface="Open Sans"/>
              <a:buChar char="■"/>
              <a:defRPr>
                <a:latin typeface="Open Sans"/>
                <a:ea typeface="Open Sans"/>
                <a:cs typeface="Open Sans"/>
                <a:sym typeface="Open Sans"/>
              </a:defRPr>
            </a:lvl6pPr>
            <a:lvl7pPr marL="3200400" lvl="6" indent="-317500" rtl="0">
              <a:spcBef>
                <a:spcPts val="1600"/>
              </a:spcBef>
              <a:spcAft>
                <a:spcPts val="0"/>
              </a:spcAft>
              <a:buSzPts val="1400"/>
              <a:buFont typeface="Open Sans"/>
              <a:buChar char="●"/>
              <a:defRPr>
                <a:latin typeface="Open Sans"/>
                <a:ea typeface="Open Sans"/>
                <a:cs typeface="Open Sans"/>
                <a:sym typeface="Open Sans"/>
              </a:defRPr>
            </a:lvl7pPr>
            <a:lvl8pPr marL="3657600" lvl="7" indent="-317500" rtl="0">
              <a:spcBef>
                <a:spcPts val="1600"/>
              </a:spcBef>
              <a:spcAft>
                <a:spcPts val="0"/>
              </a:spcAft>
              <a:buSzPts val="1400"/>
              <a:buFont typeface="Open Sans"/>
              <a:buChar char="○"/>
              <a:defRPr>
                <a:latin typeface="Open Sans"/>
                <a:ea typeface="Open Sans"/>
                <a:cs typeface="Open Sans"/>
                <a:sym typeface="Open Sans"/>
              </a:defRPr>
            </a:lvl8pPr>
            <a:lvl9pPr marL="4114800" lvl="8" indent="-317500" rtl="0">
              <a:spcBef>
                <a:spcPts val="1600"/>
              </a:spcBef>
              <a:spcAft>
                <a:spcPts val="1600"/>
              </a:spcAft>
              <a:buSzPts val="1400"/>
              <a:buFont typeface="Open Sans"/>
              <a:buChar char="■"/>
              <a:defRPr>
                <a:latin typeface="Open Sans"/>
                <a:ea typeface="Open Sans"/>
                <a:cs typeface="Open Sans"/>
                <a:sym typeface="Open Sans"/>
              </a:defRPr>
            </a:lvl9pPr>
          </a:lstStyle>
          <a:p>
            <a:endParaRPr/>
          </a:p>
        </p:txBody>
      </p:sp>
      <p:sp>
        <p:nvSpPr>
          <p:cNvPr id="142" name="Google Shape;142;p41"/>
          <p:cNvSpPr txBox="1">
            <a:spLocks noGrp="1"/>
          </p:cNvSpPr>
          <p:nvPr>
            <p:ph type="sldNum" idx="12"/>
          </p:nvPr>
        </p:nvSpPr>
        <p:spPr>
          <a:xfrm>
            <a:off x="7201589" y="9119180"/>
            <a:ext cx="466500" cy="7698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143" name="Google Shape;143;p41"/>
          <p:cNvSpPr txBox="1"/>
          <p:nvPr/>
        </p:nvSpPr>
        <p:spPr>
          <a:xfrm>
            <a:off x="884150" y="7891976"/>
            <a:ext cx="6004200" cy="1749300"/>
          </a:xfrm>
          <a:prstGeom prst="rect">
            <a:avLst/>
          </a:prstGeom>
          <a:solidFill>
            <a:srgbClr val="DBE2E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3600" i="1">
                <a:solidFill>
                  <a:srgbClr val="15C26B"/>
                </a:solidFill>
                <a:latin typeface="Open Sans"/>
                <a:ea typeface="Open Sans"/>
                <a:cs typeface="Open Sans"/>
                <a:sym typeface="Open Sans"/>
              </a:rPr>
              <a:t>Remove this slide </a:t>
            </a:r>
            <a:endParaRPr sz="3600" i="1">
              <a:solidFill>
                <a:srgbClr val="15C26B"/>
              </a:solidFill>
              <a:latin typeface="Open Sans"/>
              <a:ea typeface="Open Sans"/>
              <a:cs typeface="Open Sans"/>
              <a:sym typeface="Open Sans"/>
            </a:endParaRPr>
          </a:p>
        </p:txBody>
      </p:sp>
      <p:pic>
        <p:nvPicPr>
          <p:cNvPr id="144" name="Google Shape;144;p41"/>
          <p:cNvPicPr preferRelativeResize="0"/>
          <p:nvPr/>
        </p:nvPicPr>
        <p:blipFill>
          <a:blip r:embed="rId2">
            <a:alphaModFix/>
          </a:blip>
          <a:stretch>
            <a:fillRect/>
          </a:stretch>
        </p:blipFill>
        <p:spPr>
          <a:xfrm>
            <a:off x="338800" y="251396"/>
            <a:ext cx="1250250" cy="618875"/>
          </a:xfrm>
          <a:prstGeom prst="rect">
            <a:avLst/>
          </a:prstGeom>
          <a:noFill/>
          <a:ln>
            <a:noFill/>
          </a:ln>
        </p:spPr>
      </p:pic>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Title and body 1">
  <p:cSld name="TITLE_AND_BODY_1">
    <p:spTree>
      <p:nvGrpSpPr>
        <p:cNvPr id="1" name="Shape 145"/>
        <p:cNvGrpSpPr/>
        <p:nvPr/>
      </p:nvGrpSpPr>
      <p:grpSpPr>
        <a:xfrm>
          <a:off x="0" y="0"/>
          <a:ext cx="0" cy="0"/>
          <a:chOff x="0" y="0"/>
          <a:chExt cx="0" cy="0"/>
        </a:xfrm>
      </p:grpSpPr>
      <p:sp>
        <p:nvSpPr>
          <p:cNvPr id="146" name="Google Shape;146;p42"/>
          <p:cNvSpPr txBox="1">
            <a:spLocks noGrp="1"/>
          </p:cNvSpPr>
          <p:nvPr>
            <p:ph type="title"/>
          </p:nvPr>
        </p:nvSpPr>
        <p:spPr>
          <a:xfrm>
            <a:off x="264945" y="870271"/>
            <a:ext cx="7242600" cy="1119900"/>
          </a:xfrm>
          <a:prstGeom prst="rect">
            <a:avLst/>
          </a:prstGeom>
        </p:spPr>
        <p:txBody>
          <a:bodyPr spcFirstLastPara="1" wrap="square" lIns="91425" tIns="91425" rIns="91425" bIns="91425" anchor="ctr" anchorCtr="0">
            <a:noAutofit/>
          </a:bodyPr>
          <a:lstStyle>
            <a:lvl1pPr lvl="0" rtl="0">
              <a:spcBef>
                <a:spcPts val="0"/>
              </a:spcBef>
              <a:spcAft>
                <a:spcPts val="0"/>
              </a:spcAft>
              <a:buSzPts val="30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47" name="Google Shape;147;p42"/>
          <p:cNvSpPr txBox="1">
            <a:spLocks noGrp="1"/>
          </p:cNvSpPr>
          <p:nvPr>
            <p:ph type="body" idx="1"/>
          </p:nvPr>
        </p:nvSpPr>
        <p:spPr>
          <a:xfrm>
            <a:off x="264945" y="2253729"/>
            <a:ext cx="7242600" cy="6681000"/>
          </a:xfrm>
          <a:prstGeom prst="rect">
            <a:avLst/>
          </a:prstGeom>
        </p:spPr>
        <p:txBody>
          <a:bodyPr spcFirstLastPara="1" wrap="square" lIns="91425" tIns="91425" rIns="91425" bIns="91425" anchor="t" anchorCtr="0">
            <a:noAutofit/>
          </a:bodyPr>
          <a:lstStyle>
            <a:lvl1pPr marL="457200" lvl="0" indent="-342900" rtl="0">
              <a:spcBef>
                <a:spcPts val="0"/>
              </a:spcBef>
              <a:spcAft>
                <a:spcPts val="0"/>
              </a:spcAft>
              <a:buSzPts val="1800"/>
              <a:buFont typeface="Open Sans"/>
              <a:buChar char="●"/>
              <a:defRPr>
                <a:latin typeface="Open Sans"/>
                <a:ea typeface="Open Sans"/>
                <a:cs typeface="Open Sans"/>
                <a:sym typeface="Open Sans"/>
              </a:defRPr>
            </a:lvl1pPr>
            <a:lvl2pPr marL="914400" lvl="1" indent="-317500" rtl="0">
              <a:spcBef>
                <a:spcPts val="1600"/>
              </a:spcBef>
              <a:spcAft>
                <a:spcPts val="0"/>
              </a:spcAft>
              <a:buSzPts val="1400"/>
              <a:buFont typeface="Open Sans"/>
              <a:buChar char="○"/>
              <a:defRPr>
                <a:latin typeface="Open Sans"/>
                <a:ea typeface="Open Sans"/>
                <a:cs typeface="Open Sans"/>
                <a:sym typeface="Open Sans"/>
              </a:defRPr>
            </a:lvl2pPr>
            <a:lvl3pPr marL="1371600" lvl="2" indent="-317500" rtl="0">
              <a:spcBef>
                <a:spcPts val="1600"/>
              </a:spcBef>
              <a:spcAft>
                <a:spcPts val="0"/>
              </a:spcAft>
              <a:buSzPts val="1400"/>
              <a:buFont typeface="Open Sans"/>
              <a:buChar char="■"/>
              <a:defRPr>
                <a:latin typeface="Open Sans"/>
                <a:ea typeface="Open Sans"/>
                <a:cs typeface="Open Sans"/>
                <a:sym typeface="Open Sans"/>
              </a:defRPr>
            </a:lvl3pPr>
            <a:lvl4pPr marL="1828800" lvl="3" indent="-317500" rtl="0">
              <a:spcBef>
                <a:spcPts val="1600"/>
              </a:spcBef>
              <a:spcAft>
                <a:spcPts val="0"/>
              </a:spcAft>
              <a:buSzPts val="1400"/>
              <a:buFont typeface="Open Sans"/>
              <a:buChar char="●"/>
              <a:defRPr>
                <a:latin typeface="Open Sans"/>
                <a:ea typeface="Open Sans"/>
                <a:cs typeface="Open Sans"/>
                <a:sym typeface="Open Sans"/>
              </a:defRPr>
            </a:lvl4pPr>
            <a:lvl5pPr marL="2286000" lvl="4" indent="-317500" rtl="0">
              <a:spcBef>
                <a:spcPts val="1600"/>
              </a:spcBef>
              <a:spcAft>
                <a:spcPts val="0"/>
              </a:spcAft>
              <a:buSzPts val="1400"/>
              <a:buFont typeface="Open Sans"/>
              <a:buChar char="○"/>
              <a:defRPr>
                <a:latin typeface="Open Sans"/>
                <a:ea typeface="Open Sans"/>
                <a:cs typeface="Open Sans"/>
                <a:sym typeface="Open Sans"/>
              </a:defRPr>
            </a:lvl5pPr>
            <a:lvl6pPr marL="2743200" lvl="5" indent="-317500" rtl="0">
              <a:spcBef>
                <a:spcPts val="1600"/>
              </a:spcBef>
              <a:spcAft>
                <a:spcPts val="0"/>
              </a:spcAft>
              <a:buSzPts val="1400"/>
              <a:buFont typeface="Open Sans"/>
              <a:buChar char="■"/>
              <a:defRPr>
                <a:latin typeface="Open Sans"/>
                <a:ea typeface="Open Sans"/>
                <a:cs typeface="Open Sans"/>
                <a:sym typeface="Open Sans"/>
              </a:defRPr>
            </a:lvl6pPr>
            <a:lvl7pPr marL="3200400" lvl="6" indent="-317500" rtl="0">
              <a:spcBef>
                <a:spcPts val="1600"/>
              </a:spcBef>
              <a:spcAft>
                <a:spcPts val="0"/>
              </a:spcAft>
              <a:buSzPts val="1400"/>
              <a:buFont typeface="Open Sans"/>
              <a:buChar char="●"/>
              <a:defRPr>
                <a:latin typeface="Open Sans"/>
                <a:ea typeface="Open Sans"/>
                <a:cs typeface="Open Sans"/>
                <a:sym typeface="Open Sans"/>
              </a:defRPr>
            </a:lvl7pPr>
            <a:lvl8pPr marL="3657600" lvl="7" indent="-317500" rtl="0">
              <a:spcBef>
                <a:spcPts val="1600"/>
              </a:spcBef>
              <a:spcAft>
                <a:spcPts val="0"/>
              </a:spcAft>
              <a:buSzPts val="1400"/>
              <a:buFont typeface="Open Sans"/>
              <a:buChar char="○"/>
              <a:defRPr>
                <a:latin typeface="Open Sans"/>
                <a:ea typeface="Open Sans"/>
                <a:cs typeface="Open Sans"/>
                <a:sym typeface="Open Sans"/>
              </a:defRPr>
            </a:lvl8pPr>
            <a:lvl9pPr marL="4114800" lvl="8" indent="-317500" rtl="0">
              <a:spcBef>
                <a:spcPts val="1600"/>
              </a:spcBef>
              <a:spcAft>
                <a:spcPts val="1600"/>
              </a:spcAft>
              <a:buSzPts val="1400"/>
              <a:buFont typeface="Open Sans"/>
              <a:buChar char="■"/>
              <a:defRPr>
                <a:latin typeface="Open Sans"/>
                <a:ea typeface="Open Sans"/>
                <a:cs typeface="Open Sans"/>
                <a:sym typeface="Open Sans"/>
              </a:defRPr>
            </a:lvl9pPr>
          </a:lstStyle>
          <a:p>
            <a:endParaRPr/>
          </a:p>
        </p:txBody>
      </p:sp>
      <p:sp>
        <p:nvSpPr>
          <p:cNvPr id="148" name="Google Shape;148;p42"/>
          <p:cNvSpPr txBox="1">
            <a:spLocks noGrp="1"/>
          </p:cNvSpPr>
          <p:nvPr>
            <p:ph type="sldNum" idx="12"/>
          </p:nvPr>
        </p:nvSpPr>
        <p:spPr>
          <a:xfrm>
            <a:off x="7201589" y="9119180"/>
            <a:ext cx="466500" cy="7698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ANND_Template" type="twoColTx">
  <p:cSld name="TITLE_AND_TWO_COLUMNS">
    <p:spTree>
      <p:nvGrpSpPr>
        <p:cNvPr id="1" name="Shape 149"/>
        <p:cNvGrpSpPr/>
        <p:nvPr/>
      </p:nvGrpSpPr>
      <p:grpSpPr>
        <a:xfrm>
          <a:off x="0" y="0"/>
          <a:ext cx="0" cy="0"/>
          <a:chOff x="0" y="0"/>
          <a:chExt cx="0" cy="0"/>
        </a:xfrm>
      </p:grpSpPr>
      <p:sp>
        <p:nvSpPr>
          <p:cNvPr id="150" name="Google Shape;150;p43"/>
          <p:cNvSpPr txBox="1">
            <a:spLocks noGrp="1"/>
          </p:cNvSpPr>
          <p:nvPr>
            <p:ph type="title"/>
          </p:nvPr>
        </p:nvSpPr>
        <p:spPr>
          <a:xfrm>
            <a:off x="264945" y="870271"/>
            <a:ext cx="7242600" cy="1119900"/>
          </a:xfrm>
          <a:prstGeom prst="rect">
            <a:avLst/>
          </a:prstGeom>
        </p:spPr>
        <p:txBody>
          <a:bodyPr spcFirstLastPara="1" wrap="square" lIns="91425" tIns="91425" rIns="91425" bIns="91425" anchor="ctr" anchorCtr="0">
            <a:noAutofit/>
          </a:bodyPr>
          <a:lstStyle>
            <a:lvl1pPr lvl="0" rtl="0">
              <a:spcBef>
                <a:spcPts val="0"/>
              </a:spcBef>
              <a:spcAft>
                <a:spcPts val="0"/>
              </a:spcAft>
              <a:buSzPts val="30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51" name="Google Shape;151;p43"/>
          <p:cNvSpPr txBox="1">
            <a:spLocks noGrp="1"/>
          </p:cNvSpPr>
          <p:nvPr>
            <p:ph type="body" idx="1"/>
          </p:nvPr>
        </p:nvSpPr>
        <p:spPr>
          <a:xfrm>
            <a:off x="264945" y="2253729"/>
            <a:ext cx="3399900" cy="6681000"/>
          </a:xfrm>
          <a:prstGeom prst="rect">
            <a:avLst/>
          </a:prstGeom>
        </p:spPr>
        <p:txBody>
          <a:bodyPr spcFirstLastPara="1" wrap="square" lIns="91425" tIns="91425" rIns="91425" bIns="91425" anchor="t" anchorCtr="0">
            <a:noAutofit/>
          </a:bodyPr>
          <a:lstStyle>
            <a:lvl1pPr marL="457200" lvl="0" indent="-317500" rtl="0">
              <a:spcBef>
                <a:spcPts val="0"/>
              </a:spcBef>
              <a:spcAft>
                <a:spcPts val="0"/>
              </a:spcAft>
              <a:buSzPts val="1400"/>
              <a:buChar char="●"/>
              <a:defRPr sz="1400"/>
            </a:lvl1pPr>
            <a:lvl2pPr marL="914400" lvl="1" indent="-304800" rtl="0">
              <a:spcBef>
                <a:spcPts val="1600"/>
              </a:spcBef>
              <a:spcAft>
                <a:spcPts val="0"/>
              </a:spcAft>
              <a:buSzPts val="1200"/>
              <a:buChar char="○"/>
              <a:defRPr sz="1200"/>
            </a:lvl2pPr>
            <a:lvl3pPr marL="1371600" lvl="2" indent="-304800" rtl="0">
              <a:spcBef>
                <a:spcPts val="1600"/>
              </a:spcBef>
              <a:spcAft>
                <a:spcPts val="0"/>
              </a:spcAft>
              <a:buSzPts val="1200"/>
              <a:buChar char="■"/>
              <a:defRPr sz="1200"/>
            </a:lvl3pPr>
            <a:lvl4pPr marL="1828800" lvl="3" indent="-304800" rtl="0">
              <a:spcBef>
                <a:spcPts val="1600"/>
              </a:spcBef>
              <a:spcAft>
                <a:spcPts val="0"/>
              </a:spcAft>
              <a:buSzPts val="1200"/>
              <a:buChar char="●"/>
              <a:defRPr sz="1200"/>
            </a:lvl4pPr>
            <a:lvl5pPr marL="2286000" lvl="4" indent="-304800" rtl="0">
              <a:spcBef>
                <a:spcPts val="1600"/>
              </a:spcBef>
              <a:spcAft>
                <a:spcPts val="0"/>
              </a:spcAft>
              <a:buSzPts val="1200"/>
              <a:buChar char="○"/>
              <a:defRPr sz="1200"/>
            </a:lvl5pPr>
            <a:lvl6pPr marL="2743200" lvl="5" indent="-304800" rtl="0">
              <a:spcBef>
                <a:spcPts val="1600"/>
              </a:spcBef>
              <a:spcAft>
                <a:spcPts val="0"/>
              </a:spcAft>
              <a:buSzPts val="1200"/>
              <a:buChar char="■"/>
              <a:defRPr sz="1200"/>
            </a:lvl6pPr>
            <a:lvl7pPr marL="3200400" lvl="6" indent="-304800" rtl="0">
              <a:spcBef>
                <a:spcPts val="1600"/>
              </a:spcBef>
              <a:spcAft>
                <a:spcPts val="0"/>
              </a:spcAft>
              <a:buSzPts val="1200"/>
              <a:buChar char="●"/>
              <a:defRPr sz="1200"/>
            </a:lvl7pPr>
            <a:lvl8pPr marL="3657600" lvl="7" indent="-304800" rtl="0">
              <a:spcBef>
                <a:spcPts val="1600"/>
              </a:spcBef>
              <a:spcAft>
                <a:spcPts val="0"/>
              </a:spcAft>
              <a:buSzPts val="1200"/>
              <a:buChar char="○"/>
              <a:defRPr sz="1200"/>
            </a:lvl8pPr>
            <a:lvl9pPr marL="4114800" lvl="8" indent="-304800" rtl="0">
              <a:spcBef>
                <a:spcPts val="1600"/>
              </a:spcBef>
              <a:spcAft>
                <a:spcPts val="1600"/>
              </a:spcAft>
              <a:buSzPts val="1200"/>
              <a:buChar char="■"/>
              <a:defRPr sz="1200"/>
            </a:lvl9pPr>
          </a:lstStyle>
          <a:p>
            <a:endParaRPr/>
          </a:p>
        </p:txBody>
      </p:sp>
      <p:sp>
        <p:nvSpPr>
          <p:cNvPr id="152" name="Google Shape;152;p43"/>
          <p:cNvSpPr txBox="1">
            <a:spLocks noGrp="1"/>
          </p:cNvSpPr>
          <p:nvPr>
            <p:ph type="body" idx="2"/>
          </p:nvPr>
        </p:nvSpPr>
        <p:spPr>
          <a:xfrm>
            <a:off x="4107540" y="2253729"/>
            <a:ext cx="3399900" cy="6681000"/>
          </a:xfrm>
          <a:prstGeom prst="rect">
            <a:avLst/>
          </a:prstGeom>
        </p:spPr>
        <p:txBody>
          <a:bodyPr spcFirstLastPara="1" wrap="square" lIns="91425" tIns="91425" rIns="91425" bIns="91425" anchor="t" anchorCtr="0">
            <a:noAutofit/>
          </a:bodyPr>
          <a:lstStyle>
            <a:lvl1pPr marL="457200" lvl="0" indent="-317500" rtl="0">
              <a:spcBef>
                <a:spcPts val="0"/>
              </a:spcBef>
              <a:spcAft>
                <a:spcPts val="0"/>
              </a:spcAft>
              <a:buSzPts val="1400"/>
              <a:buChar char="●"/>
              <a:defRPr sz="1400"/>
            </a:lvl1pPr>
            <a:lvl2pPr marL="914400" lvl="1" indent="-304800" rtl="0">
              <a:spcBef>
                <a:spcPts val="1600"/>
              </a:spcBef>
              <a:spcAft>
                <a:spcPts val="0"/>
              </a:spcAft>
              <a:buSzPts val="1200"/>
              <a:buChar char="○"/>
              <a:defRPr sz="1200"/>
            </a:lvl2pPr>
            <a:lvl3pPr marL="1371600" lvl="2" indent="-304800" rtl="0">
              <a:spcBef>
                <a:spcPts val="1600"/>
              </a:spcBef>
              <a:spcAft>
                <a:spcPts val="0"/>
              </a:spcAft>
              <a:buSzPts val="1200"/>
              <a:buChar char="■"/>
              <a:defRPr sz="1200"/>
            </a:lvl3pPr>
            <a:lvl4pPr marL="1828800" lvl="3" indent="-304800" rtl="0">
              <a:spcBef>
                <a:spcPts val="1600"/>
              </a:spcBef>
              <a:spcAft>
                <a:spcPts val="0"/>
              </a:spcAft>
              <a:buSzPts val="1200"/>
              <a:buChar char="●"/>
              <a:defRPr sz="1200"/>
            </a:lvl4pPr>
            <a:lvl5pPr marL="2286000" lvl="4" indent="-304800" rtl="0">
              <a:spcBef>
                <a:spcPts val="1600"/>
              </a:spcBef>
              <a:spcAft>
                <a:spcPts val="0"/>
              </a:spcAft>
              <a:buSzPts val="1200"/>
              <a:buChar char="○"/>
              <a:defRPr sz="1200"/>
            </a:lvl5pPr>
            <a:lvl6pPr marL="2743200" lvl="5" indent="-304800" rtl="0">
              <a:spcBef>
                <a:spcPts val="1600"/>
              </a:spcBef>
              <a:spcAft>
                <a:spcPts val="0"/>
              </a:spcAft>
              <a:buSzPts val="1200"/>
              <a:buChar char="■"/>
              <a:defRPr sz="1200"/>
            </a:lvl6pPr>
            <a:lvl7pPr marL="3200400" lvl="6" indent="-304800" rtl="0">
              <a:spcBef>
                <a:spcPts val="1600"/>
              </a:spcBef>
              <a:spcAft>
                <a:spcPts val="0"/>
              </a:spcAft>
              <a:buSzPts val="1200"/>
              <a:buChar char="●"/>
              <a:defRPr sz="1200"/>
            </a:lvl7pPr>
            <a:lvl8pPr marL="3657600" lvl="7" indent="-304800" rtl="0">
              <a:spcBef>
                <a:spcPts val="1600"/>
              </a:spcBef>
              <a:spcAft>
                <a:spcPts val="0"/>
              </a:spcAft>
              <a:buSzPts val="1200"/>
              <a:buChar char="○"/>
              <a:defRPr sz="1200"/>
            </a:lvl8pPr>
            <a:lvl9pPr marL="4114800" lvl="8" indent="-304800" rtl="0">
              <a:spcBef>
                <a:spcPts val="1600"/>
              </a:spcBef>
              <a:spcAft>
                <a:spcPts val="1600"/>
              </a:spcAft>
              <a:buSzPts val="1200"/>
              <a:buChar char="■"/>
              <a:defRPr sz="1200"/>
            </a:lvl9pPr>
          </a:lstStyle>
          <a:p>
            <a:endParaRPr/>
          </a:p>
        </p:txBody>
      </p:sp>
      <p:sp>
        <p:nvSpPr>
          <p:cNvPr id="153" name="Google Shape;153;p43"/>
          <p:cNvSpPr txBox="1">
            <a:spLocks noGrp="1"/>
          </p:cNvSpPr>
          <p:nvPr>
            <p:ph type="sldNum" idx="12"/>
          </p:nvPr>
        </p:nvSpPr>
        <p:spPr>
          <a:xfrm>
            <a:off x="7201589" y="9119180"/>
            <a:ext cx="466500" cy="7698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pic>
        <p:nvPicPr>
          <p:cNvPr id="154" name="Google Shape;154;p43"/>
          <p:cNvPicPr preferRelativeResize="0"/>
          <p:nvPr/>
        </p:nvPicPr>
        <p:blipFill>
          <a:blip r:embed="rId2">
            <a:alphaModFix/>
          </a:blip>
          <a:stretch>
            <a:fillRect/>
          </a:stretch>
        </p:blipFill>
        <p:spPr>
          <a:xfrm>
            <a:off x="338800" y="251396"/>
            <a:ext cx="1250250" cy="618875"/>
          </a:xfrm>
          <a:prstGeom prst="rect">
            <a:avLst/>
          </a:prstGeom>
          <a:noFill/>
          <a:ln>
            <a:noFill/>
          </a:ln>
        </p:spPr>
      </p:pic>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55"/>
        <p:cNvGrpSpPr/>
        <p:nvPr/>
      </p:nvGrpSpPr>
      <p:grpSpPr>
        <a:xfrm>
          <a:off x="0" y="0"/>
          <a:ext cx="0" cy="0"/>
          <a:chOff x="0" y="0"/>
          <a:chExt cx="0" cy="0"/>
        </a:xfrm>
      </p:grpSpPr>
      <p:sp>
        <p:nvSpPr>
          <p:cNvPr id="156" name="Google Shape;156;p44"/>
          <p:cNvSpPr txBox="1">
            <a:spLocks noGrp="1"/>
          </p:cNvSpPr>
          <p:nvPr>
            <p:ph type="title"/>
          </p:nvPr>
        </p:nvSpPr>
        <p:spPr>
          <a:xfrm>
            <a:off x="264945" y="870271"/>
            <a:ext cx="7242600" cy="1119900"/>
          </a:xfrm>
          <a:prstGeom prst="rect">
            <a:avLst/>
          </a:prstGeom>
        </p:spPr>
        <p:txBody>
          <a:bodyPr spcFirstLastPara="1" wrap="square" lIns="91425" tIns="91425" rIns="91425" bIns="91425" anchor="ctr" anchorCtr="0">
            <a:noAutofit/>
          </a:bodyPr>
          <a:lstStyle>
            <a:lvl1pPr lvl="0" rtl="0">
              <a:spcBef>
                <a:spcPts val="0"/>
              </a:spcBef>
              <a:spcAft>
                <a:spcPts val="0"/>
              </a:spcAft>
              <a:buSzPts val="3000"/>
              <a:buFont typeface="Open Sans"/>
              <a:buNone/>
              <a:defRPr>
                <a:latin typeface="Open Sans"/>
                <a:ea typeface="Open Sans"/>
                <a:cs typeface="Open Sans"/>
                <a:sym typeface="Open Sans"/>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57" name="Google Shape;157;p44"/>
          <p:cNvSpPr txBox="1">
            <a:spLocks noGrp="1"/>
          </p:cNvSpPr>
          <p:nvPr>
            <p:ph type="sldNum" idx="12"/>
          </p:nvPr>
        </p:nvSpPr>
        <p:spPr>
          <a:xfrm>
            <a:off x="7231389" y="9288605"/>
            <a:ext cx="466500" cy="7698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pic>
        <p:nvPicPr>
          <p:cNvPr id="158" name="Google Shape;158;p44"/>
          <p:cNvPicPr preferRelativeResize="0"/>
          <p:nvPr/>
        </p:nvPicPr>
        <p:blipFill>
          <a:blip r:embed="rId2">
            <a:alphaModFix/>
          </a:blip>
          <a:stretch>
            <a:fillRect/>
          </a:stretch>
        </p:blipFill>
        <p:spPr>
          <a:xfrm>
            <a:off x="338800" y="251396"/>
            <a:ext cx="1250250" cy="618875"/>
          </a:xfrm>
          <a:prstGeom prst="rect">
            <a:avLst/>
          </a:prstGeom>
          <a:noFill/>
          <a:ln>
            <a:noFill/>
          </a:ln>
        </p:spPr>
      </p:pic>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Title only 1">
  <p:cSld name="TITLE_ONLY_1">
    <p:spTree>
      <p:nvGrpSpPr>
        <p:cNvPr id="1" name="Shape 159"/>
        <p:cNvGrpSpPr/>
        <p:nvPr/>
      </p:nvGrpSpPr>
      <p:grpSpPr>
        <a:xfrm>
          <a:off x="0" y="0"/>
          <a:ext cx="0" cy="0"/>
          <a:chOff x="0" y="0"/>
          <a:chExt cx="0" cy="0"/>
        </a:xfrm>
      </p:grpSpPr>
      <p:sp>
        <p:nvSpPr>
          <p:cNvPr id="160" name="Google Shape;160;p45"/>
          <p:cNvSpPr txBox="1">
            <a:spLocks noGrp="1"/>
          </p:cNvSpPr>
          <p:nvPr>
            <p:ph type="title"/>
          </p:nvPr>
        </p:nvSpPr>
        <p:spPr>
          <a:xfrm>
            <a:off x="264945" y="870271"/>
            <a:ext cx="7242600" cy="1119900"/>
          </a:xfrm>
          <a:prstGeom prst="rect">
            <a:avLst/>
          </a:prstGeom>
        </p:spPr>
        <p:txBody>
          <a:bodyPr spcFirstLastPara="1" wrap="square" lIns="91425" tIns="91425" rIns="91425" bIns="91425" anchor="ctr" anchorCtr="0">
            <a:noAutofit/>
          </a:bodyPr>
          <a:lstStyle>
            <a:lvl1pPr lvl="0" rtl="0">
              <a:spcBef>
                <a:spcPts val="0"/>
              </a:spcBef>
              <a:spcAft>
                <a:spcPts val="0"/>
              </a:spcAft>
              <a:buSzPts val="30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61" name="Google Shape;161;p45"/>
          <p:cNvSpPr txBox="1">
            <a:spLocks noGrp="1"/>
          </p:cNvSpPr>
          <p:nvPr>
            <p:ph type="sldNum" idx="12"/>
          </p:nvPr>
        </p:nvSpPr>
        <p:spPr>
          <a:xfrm>
            <a:off x="7201589" y="9119180"/>
            <a:ext cx="466500" cy="7698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162"/>
        <p:cNvGrpSpPr/>
        <p:nvPr/>
      </p:nvGrpSpPr>
      <p:grpSpPr>
        <a:xfrm>
          <a:off x="0" y="0"/>
          <a:ext cx="0" cy="0"/>
          <a:chOff x="0" y="0"/>
          <a:chExt cx="0" cy="0"/>
        </a:xfrm>
      </p:grpSpPr>
      <p:sp>
        <p:nvSpPr>
          <p:cNvPr id="163" name="Google Shape;163;p46"/>
          <p:cNvSpPr txBox="1">
            <a:spLocks noGrp="1"/>
          </p:cNvSpPr>
          <p:nvPr>
            <p:ph type="title"/>
          </p:nvPr>
        </p:nvSpPr>
        <p:spPr>
          <a:xfrm>
            <a:off x="264945" y="1086507"/>
            <a:ext cx="2386800" cy="14778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164" name="Google Shape;164;p46"/>
          <p:cNvSpPr txBox="1">
            <a:spLocks noGrp="1"/>
          </p:cNvSpPr>
          <p:nvPr>
            <p:ph type="body" idx="1"/>
          </p:nvPr>
        </p:nvSpPr>
        <p:spPr>
          <a:xfrm>
            <a:off x="264945" y="2717440"/>
            <a:ext cx="2386800" cy="6217500"/>
          </a:xfrm>
          <a:prstGeom prst="rect">
            <a:avLst/>
          </a:prstGeom>
        </p:spPr>
        <p:txBody>
          <a:bodyPr spcFirstLastPara="1" wrap="square" lIns="91425" tIns="91425" rIns="91425" bIns="91425" anchor="t" anchorCtr="0">
            <a:noAutofit/>
          </a:bodyPr>
          <a:lstStyle>
            <a:lvl1pPr marL="457200" lvl="0" indent="-304800" rtl="0">
              <a:spcBef>
                <a:spcPts val="0"/>
              </a:spcBef>
              <a:spcAft>
                <a:spcPts val="0"/>
              </a:spcAft>
              <a:buSzPts val="1200"/>
              <a:buChar char="●"/>
              <a:defRPr sz="1200"/>
            </a:lvl1pPr>
            <a:lvl2pPr marL="914400" lvl="1" indent="-304800" rtl="0">
              <a:spcBef>
                <a:spcPts val="1600"/>
              </a:spcBef>
              <a:spcAft>
                <a:spcPts val="0"/>
              </a:spcAft>
              <a:buSzPts val="1200"/>
              <a:buChar char="○"/>
              <a:defRPr sz="1200"/>
            </a:lvl2pPr>
            <a:lvl3pPr marL="1371600" lvl="2" indent="-304800" rtl="0">
              <a:spcBef>
                <a:spcPts val="1600"/>
              </a:spcBef>
              <a:spcAft>
                <a:spcPts val="0"/>
              </a:spcAft>
              <a:buSzPts val="1200"/>
              <a:buChar char="■"/>
              <a:defRPr sz="1200"/>
            </a:lvl3pPr>
            <a:lvl4pPr marL="1828800" lvl="3" indent="-304800" rtl="0">
              <a:spcBef>
                <a:spcPts val="1600"/>
              </a:spcBef>
              <a:spcAft>
                <a:spcPts val="0"/>
              </a:spcAft>
              <a:buSzPts val="1200"/>
              <a:buChar char="●"/>
              <a:defRPr sz="1200"/>
            </a:lvl4pPr>
            <a:lvl5pPr marL="2286000" lvl="4" indent="-304800" rtl="0">
              <a:spcBef>
                <a:spcPts val="1600"/>
              </a:spcBef>
              <a:spcAft>
                <a:spcPts val="0"/>
              </a:spcAft>
              <a:buSzPts val="1200"/>
              <a:buChar char="○"/>
              <a:defRPr sz="1200"/>
            </a:lvl5pPr>
            <a:lvl6pPr marL="2743200" lvl="5" indent="-304800" rtl="0">
              <a:spcBef>
                <a:spcPts val="1600"/>
              </a:spcBef>
              <a:spcAft>
                <a:spcPts val="0"/>
              </a:spcAft>
              <a:buSzPts val="1200"/>
              <a:buChar char="■"/>
              <a:defRPr sz="1200"/>
            </a:lvl6pPr>
            <a:lvl7pPr marL="3200400" lvl="6" indent="-304800" rtl="0">
              <a:spcBef>
                <a:spcPts val="1600"/>
              </a:spcBef>
              <a:spcAft>
                <a:spcPts val="0"/>
              </a:spcAft>
              <a:buSzPts val="1200"/>
              <a:buChar char="●"/>
              <a:defRPr sz="1200"/>
            </a:lvl7pPr>
            <a:lvl8pPr marL="3657600" lvl="7" indent="-304800" rtl="0">
              <a:spcBef>
                <a:spcPts val="1600"/>
              </a:spcBef>
              <a:spcAft>
                <a:spcPts val="0"/>
              </a:spcAft>
              <a:buSzPts val="1200"/>
              <a:buChar char="○"/>
              <a:defRPr sz="1200"/>
            </a:lvl8pPr>
            <a:lvl9pPr marL="4114800" lvl="8" indent="-304800" rtl="0">
              <a:spcBef>
                <a:spcPts val="1600"/>
              </a:spcBef>
              <a:spcAft>
                <a:spcPts val="1600"/>
              </a:spcAft>
              <a:buSzPts val="1200"/>
              <a:buChar char="■"/>
              <a:defRPr sz="1200"/>
            </a:lvl9pPr>
          </a:lstStyle>
          <a:p>
            <a:endParaRPr/>
          </a:p>
        </p:txBody>
      </p:sp>
      <p:sp>
        <p:nvSpPr>
          <p:cNvPr id="165" name="Google Shape;165;p46"/>
          <p:cNvSpPr txBox="1">
            <a:spLocks noGrp="1"/>
          </p:cNvSpPr>
          <p:nvPr>
            <p:ph type="sldNum" idx="12"/>
          </p:nvPr>
        </p:nvSpPr>
        <p:spPr>
          <a:xfrm>
            <a:off x="7201589" y="9119180"/>
            <a:ext cx="466500" cy="7698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166"/>
        <p:cNvGrpSpPr/>
        <p:nvPr/>
      </p:nvGrpSpPr>
      <p:grpSpPr>
        <a:xfrm>
          <a:off x="0" y="0"/>
          <a:ext cx="0" cy="0"/>
          <a:chOff x="0" y="0"/>
          <a:chExt cx="0" cy="0"/>
        </a:xfrm>
      </p:grpSpPr>
      <p:sp>
        <p:nvSpPr>
          <p:cNvPr id="167" name="Google Shape;167;p47"/>
          <p:cNvSpPr txBox="1">
            <a:spLocks noGrp="1"/>
          </p:cNvSpPr>
          <p:nvPr>
            <p:ph type="title"/>
          </p:nvPr>
        </p:nvSpPr>
        <p:spPr>
          <a:xfrm>
            <a:off x="416713" y="880293"/>
            <a:ext cx="5412600" cy="7999800"/>
          </a:xfrm>
          <a:prstGeom prst="rect">
            <a:avLst/>
          </a:prstGeom>
        </p:spPr>
        <p:txBody>
          <a:bodyPr spcFirstLastPara="1" wrap="square" lIns="91425" tIns="91425" rIns="91425" bIns="91425" anchor="ctr" anchorCtr="0">
            <a:noAutofit/>
          </a:bodyPr>
          <a:lstStyle>
            <a:lvl1pPr lvl="0" rtl="0">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a:endParaRPr/>
          </a:p>
        </p:txBody>
      </p:sp>
      <p:sp>
        <p:nvSpPr>
          <p:cNvPr id="168" name="Google Shape;168;p47"/>
          <p:cNvSpPr txBox="1">
            <a:spLocks noGrp="1"/>
          </p:cNvSpPr>
          <p:nvPr>
            <p:ph type="sldNum" idx="12"/>
          </p:nvPr>
        </p:nvSpPr>
        <p:spPr>
          <a:xfrm>
            <a:off x="7201589" y="9119180"/>
            <a:ext cx="466500" cy="7698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169"/>
        <p:cNvGrpSpPr/>
        <p:nvPr/>
      </p:nvGrpSpPr>
      <p:grpSpPr>
        <a:xfrm>
          <a:off x="0" y="0"/>
          <a:ext cx="0" cy="0"/>
          <a:chOff x="0" y="0"/>
          <a:chExt cx="0" cy="0"/>
        </a:xfrm>
      </p:grpSpPr>
      <p:sp>
        <p:nvSpPr>
          <p:cNvPr id="170" name="Google Shape;170;p48"/>
          <p:cNvSpPr/>
          <p:nvPr/>
        </p:nvSpPr>
        <p:spPr>
          <a:xfrm>
            <a:off x="3886200" y="-244"/>
            <a:ext cx="3886200" cy="100584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 name="Google Shape;171;p48"/>
          <p:cNvSpPr txBox="1">
            <a:spLocks noGrp="1"/>
          </p:cNvSpPr>
          <p:nvPr>
            <p:ph type="title"/>
          </p:nvPr>
        </p:nvSpPr>
        <p:spPr>
          <a:xfrm>
            <a:off x="225675" y="2411542"/>
            <a:ext cx="3438300" cy="28986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4200"/>
              <a:buNone/>
              <a:defRPr sz="4200"/>
            </a:lvl1pPr>
            <a:lvl2pPr lvl="1" algn="ctr" rtl="0">
              <a:spcBef>
                <a:spcPts val="0"/>
              </a:spcBef>
              <a:spcAft>
                <a:spcPts val="0"/>
              </a:spcAft>
              <a:buSzPts val="4200"/>
              <a:buNone/>
              <a:defRPr sz="4200"/>
            </a:lvl2pPr>
            <a:lvl3pPr lvl="2" algn="ctr" rtl="0">
              <a:spcBef>
                <a:spcPts val="0"/>
              </a:spcBef>
              <a:spcAft>
                <a:spcPts val="0"/>
              </a:spcAft>
              <a:buSzPts val="4200"/>
              <a:buNone/>
              <a:defRPr sz="4200"/>
            </a:lvl3pPr>
            <a:lvl4pPr lvl="3" algn="ctr" rtl="0">
              <a:spcBef>
                <a:spcPts val="0"/>
              </a:spcBef>
              <a:spcAft>
                <a:spcPts val="0"/>
              </a:spcAft>
              <a:buSzPts val="4200"/>
              <a:buNone/>
              <a:defRPr sz="4200"/>
            </a:lvl4pPr>
            <a:lvl5pPr lvl="4" algn="ctr" rtl="0">
              <a:spcBef>
                <a:spcPts val="0"/>
              </a:spcBef>
              <a:spcAft>
                <a:spcPts val="0"/>
              </a:spcAft>
              <a:buSzPts val="4200"/>
              <a:buNone/>
              <a:defRPr sz="4200"/>
            </a:lvl5pPr>
            <a:lvl6pPr lvl="5" algn="ctr" rtl="0">
              <a:spcBef>
                <a:spcPts val="0"/>
              </a:spcBef>
              <a:spcAft>
                <a:spcPts val="0"/>
              </a:spcAft>
              <a:buSzPts val="4200"/>
              <a:buNone/>
              <a:defRPr sz="4200"/>
            </a:lvl6pPr>
            <a:lvl7pPr lvl="6" algn="ctr" rtl="0">
              <a:spcBef>
                <a:spcPts val="0"/>
              </a:spcBef>
              <a:spcAft>
                <a:spcPts val="0"/>
              </a:spcAft>
              <a:buSzPts val="4200"/>
              <a:buNone/>
              <a:defRPr sz="4200"/>
            </a:lvl7pPr>
            <a:lvl8pPr lvl="7" algn="ctr" rtl="0">
              <a:spcBef>
                <a:spcPts val="0"/>
              </a:spcBef>
              <a:spcAft>
                <a:spcPts val="0"/>
              </a:spcAft>
              <a:buSzPts val="4200"/>
              <a:buNone/>
              <a:defRPr sz="4200"/>
            </a:lvl8pPr>
            <a:lvl9pPr lvl="8" algn="ctr" rtl="0">
              <a:spcBef>
                <a:spcPts val="0"/>
              </a:spcBef>
              <a:spcAft>
                <a:spcPts val="0"/>
              </a:spcAft>
              <a:buSzPts val="4200"/>
              <a:buNone/>
              <a:defRPr sz="4200"/>
            </a:lvl9pPr>
          </a:lstStyle>
          <a:p>
            <a:endParaRPr/>
          </a:p>
        </p:txBody>
      </p:sp>
      <p:sp>
        <p:nvSpPr>
          <p:cNvPr id="172" name="Google Shape;172;p48"/>
          <p:cNvSpPr txBox="1">
            <a:spLocks noGrp="1"/>
          </p:cNvSpPr>
          <p:nvPr>
            <p:ph type="subTitle" idx="1"/>
          </p:nvPr>
        </p:nvSpPr>
        <p:spPr>
          <a:xfrm>
            <a:off x="225675" y="5481569"/>
            <a:ext cx="3438300" cy="24153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100"/>
              <a:buNone/>
              <a:defRPr sz="2100"/>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None/>
              <a:defRPr sz="2100"/>
            </a:lvl4pPr>
            <a:lvl5pPr lvl="4" algn="ctr" rtl="0">
              <a:lnSpc>
                <a:spcPct val="100000"/>
              </a:lnSpc>
              <a:spcBef>
                <a:spcPts val="0"/>
              </a:spcBef>
              <a:spcAft>
                <a:spcPts val="0"/>
              </a:spcAft>
              <a:buSzPts val="2100"/>
              <a:buNone/>
              <a:defRPr sz="2100"/>
            </a:lvl5pPr>
            <a:lvl6pPr lvl="5" algn="ctr" rtl="0">
              <a:lnSpc>
                <a:spcPct val="100000"/>
              </a:lnSpc>
              <a:spcBef>
                <a:spcPts val="0"/>
              </a:spcBef>
              <a:spcAft>
                <a:spcPts val="0"/>
              </a:spcAft>
              <a:buSzPts val="2100"/>
              <a:buNone/>
              <a:defRPr sz="2100"/>
            </a:lvl6pPr>
            <a:lvl7pPr lvl="6" algn="ctr" rtl="0">
              <a:lnSpc>
                <a:spcPct val="100000"/>
              </a:lnSpc>
              <a:spcBef>
                <a:spcPts val="0"/>
              </a:spcBef>
              <a:spcAft>
                <a:spcPts val="0"/>
              </a:spcAft>
              <a:buSzPts val="2100"/>
              <a:buNone/>
              <a:defRPr sz="2100"/>
            </a:lvl7pPr>
            <a:lvl8pPr lvl="7" algn="ctr" rtl="0">
              <a:lnSpc>
                <a:spcPct val="100000"/>
              </a:lnSpc>
              <a:spcBef>
                <a:spcPts val="0"/>
              </a:spcBef>
              <a:spcAft>
                <a:spcPts val="0"/>
              </a:spcAft>
              <a:buSzPts val="2100"/>
              <a:buNone/>
              <a:defRPr sz="2100"/>
            </a:lvl8pPr>
            <a:lvl9pPr lvl="8" algn="ctr" rtl="0">
              <a:lnSpc>
                <a:spcPct val="100000"/>
              </a:lnSpc>
              <a:spcBef>
                <a:spcPts val="0"/>
              </a:spcBef>
              <a:spcAft>
                <a:spcPts val="0"/>
              </a:spcAft>
              <a:buSzPts val="2100"/>
              <a:buNone/>
              <a:defRPr sz="2100"/>
            </a:lvl9pPr>
          </a:lstStyle>
          <a:p>
            <a:endParaRPr/>
          </a:p>
        </p:txBody>
      </p:sp>
      <p:sp>
        <p:nvSpPr>
          <p:cNvPr id="173" name="Google Shape;173;p48"/>
          <p:cNvSpPr txBox="1">
            <a:spLocks noGrp="1"/>
          </p:cNvSpPr>
          <p:nvPr>
            <p:ph type="body" idx="2"/>
          </p:nvPr>
        </p:nvSpPr>
        <p:spPr>
          <a:xfrm>
            <a:off x="4198575" y="1415969"/>
            <a:ext cx="3261300" cy="7226100"/>
          </a:xfrm>
          <a:prstGeom prst="rect">
            <a:avLst/>
          </a:prstGeom>
        </p:spPr>
        <p:txBody>
          <a:bodyPr spcFirstLastPara="1" wrap="square" lIns="91425" tIns="91425" rIns="91425" bIns="91425" anchor="ctr" anchorCtr="0">
            <a:noAutofit/>
          </a:bodyPr>
          <a:lstStyle>
            <a:lvl1pPr marL="457200" lvl="0" indent="-342900" rtl="0">
              <a:spcBef>
                <a:spcPts val="0"/>
              </a:spcBef>
              <a:spcAft>
                <a:spcPts val="0"/>
              </a:spcAft>
              <a:buSzPts val="1800"/>
              <a:buChar char="●"/>
              <a:defRPr/>
            </a:lvl1pPr>
            <a:lvl2pPr marL="914400" lvl="1" indent="-317500" rtl="0">
              <a:spcBef>
                <a:spcPts val="1600"/>
              </a:spcBef>
              <a:spcAft>
                <a:spcPts val="0"/>
              </a:spcAft>
              <a:buSzPts val="1400"/>
              <a:buChar char="○"/>
              <a:defRPr/>
            </a:lvl2pPr>
            <a:lvl3pPr marL="1371600" lvl="2" indent="-317500" rtl="0">
              <a:spcBef>
                <a:spcPts val="1600"/>
              </a:spcBef>
              <a:spcAft>
                <a:spcPts val="0"/>
              </a:spcAft>
              <a:buSzPts val="1400"/>
              <a:buChar char="■"/>
              <a:defRPr/>
            </a:lvl3pPr>
            <a:lvl4pPr marL="1828800" lvl="3" indent="-317500" rtl="0">
              <a:spcBef>
                <a:spcPts val="1600"/>
              </a:spcBef>
              <a:spcAft>
                <a:spcPts val="0"/>
              </a:spcAft>
              <a:buSzPts val="1400"/>
              <a:buChar char="●"/>
              <a:defRPr/>
            </a:lvl4pPr>
            <a:lvl5pPr marL="2286000" lvl="4" indent="-317500" rtl="0">
              <a:spcBef>
                <a:spcPts val="1600"/>
              </a:spcBef>
              <a:spcAft>
                <a:spcPts val="0"/>
              </a:spcAft>
              <a:buSzPts val="1400"/>
              <a:buChar char="○"/>
              <a:defRPr/>
            </a:lvl5pPr>
            <a:lvl6pPr marL="2743200" lvl="5" indent="-317500" rtl="0">
              <a:spcBef>
                <a:spcPts val="1600"/>
              </a:spcBef>
              <a:spcAft>
                <a:spcPts val="0"/>
              </a:spcAft>
              <a:buSzPts val="1400"/>
              <a:buChar char="■"/>
              <a:defRPr/>
            </a:lvl6pPr>
            <a:lvl7pPr marL="3200400" lvl="6" indent="-317500" rtl="0">
              <a:spcBef>
                <a:spcPts val="1600"/>
              </a:spcBef>
              <a:spcAft>
                <a:spcPts val="0"/>
              </a:spcAft>
              <a:buSzPts val="1400"/>
              <a:buChar char="●"/>
              <a:defRPr/>
            </a:lvl7pPr>
            <a:lvl8pPr marL="3657600" lvl="7" indent="-317500" rtl="0">
              <a:spcBef>
                <a:spcPts val="1600"/>
              </a:spcBef>
              <a:spcAft>
                <a:spcPts val="0"/>
              </a:spcAft>
              <a:buSzPts val="1400"/>
              <a:buChar char="○"/>
              <a:defRPr/>
            </a:lvl8pPr>
            <a:lvl9pPr marL="4114800" lvl="8" indent="-317500" rtl="0">
              <a:spcBef>
                <a:spcPts val="1600"/>
              </a:spcBef>
              <a:spcAft>
                <a:spcPts val="1600"/>
              </a:spcAft>
              <a:buSzPts val="1400"/>
              <a:buChar char="■"/>
              <a:defRPr/>
            </a:lvl9pPr>
          </a:lstStyle>
          <a:p>
            <a:endParaRPr/>
          </a:p>
        </p:txBody>
      </p:sp>
      <p:sp>
        <p:nvSpPr>
          <p:cNvPr id="174" name="Google Shape;174;p48"/>
          <p:cNvSpPr txBox="1">
            <a:spLocks noGrp="1"/>
          </p:cNvSpPr>
          <p:nvPr>
            <p:ph type="sldNum" idx="12"/>
          </p:nvPr>
        </p:nvSpPr>
        <p:spPr>
          <a:xfrm>
            <a:off x="7201589" y="9119180"/>
            <a:ext cx="466500" cy="7698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175"/>
        <p:cNvGrpSpPr/>
        <p:nvPr/>
      </p:nvGrpSpPr>
      <p:grpSpPr>
        <a:xfrm>
          <a:off x="0" y="0"/>
          <a:ext cx="0" cy="0"/>
          <a:chOff x="0" y="0"/>
          <a:chExt cx="0" cy="0"/>
        </a:xfrm>
      </p:grpSpPr>
      <p:sp>
        <p:nvSpPr>
          <p:cNvPr id="176" name="Google Shape;176;p49"/>
          <p:cNvSpPr txBox="1">
            <a:spLocks noGrp="1"/>
          </p:cNvSpPr>
          <p:nvPr>
            <p:ph type="body" idx="1"/>
          </p:nvPr>
        </p:nvSpPr>
        <p:spPr>
          <a:xfrm>
            <a:off x="264945" y="8273124"/>
            <a:ext cx="5099100" cy="1183200"/>
          </a:xfrm>
          <a:prstGeom prst="rect">
            <a:avLst/>
          </a:prstGeom>
        </p:spPr>
        <p:txBody>
          <a:bodyPr spcFirstLastPara="1" wrap="square" lIns="91425" tIns="91425" rIns="91425" bIns="91425" anchor="ctr" anchorCtr="0">
            <a:noAutofit/>
          </a:bodyPr>
          <a:lstStyle>
            <a:lvl1pPr marL="457200" lvl="0" indent="-228600" rtl="0">
              <a:lnSpc>
                <a:spcPct val="100000"/>
              </a:lnSpc>
              <a:spcBef>
                <a:spcPts val="0"/>
              </a:spcBef>
              <a:spcAft>
                <a:spcPts val="0"/>
              </a:spcAft>
              <a:buSzPts val="1800"/>
              <a:buNone/>
              <a:defRPr/>
            </a:lvl1pPr>
          </a:lstStyle>
          <a:p>
            <a:endParaRPr/>
          </a:p>
        </p:txBody>
      </p:sp>
      <p:sp>
        <p:nvSpPr>
          <p:cNvPr id="177" name="Google Shape;177;p49"/>
          <p:cNvSpPr txBox="1">
            <a:spLocks noGrp="1"/>
          </p:cNvSpPr>
          <p:nvPr>
            <p:ph type="sldNum" idx="12"/>
          </p:nvPr>
        </p:nvSpPr>
        <p:spPr>
          <a:xfrm>
            <a:off x="7201589" y="9119180"/>
            <a:ext cx="466500" cy="7698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178"/>
        <p:cNvGrpSpPr/>
        <p:nvPr/>
      </p:nvGrpSpPr>
      <p:grpSpPr>
        <a:xfrm>
          <a:off x="0" y="0"/>
          <a:ext cx="0" cy="0"/>
          <a:chOff x="0" y="0"/>
          <a:chExt cx="0" cy="0"/>
        </a:xfrm>
      </p:grpSpPr>
      <p:sp>
        <p:nvSpPr>
          <p:cNvPr id="179" name="Google Shape;179;p50"/>
          <p:cNvSpPr txBox="1">
            <a:spLocks noGrp="1"/>
          </p:cNvSpPr>
          <p:nvPr>
            <p:ph type="title" hasCustomPrompt="1"/>
          </p:nvPr>
        </p:nvSpPr>
        <p:spPr>
          <a:xfrm>
            <a:off x="264945" y="2163089"/>
            <a:ext cx="7242600" cy="3839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2000"/>
              <a:buNone/>
              <a:defRPr sz="12000"/>
            </a:lvl1pPr>
            <a:lvl2pPr lvl="1" algn="ctr" rtl="0">
              <a:spcBef>
                <a:spcPts val="0"/>
              </a:spcBef>
              <a:spcAft>
                <a:spcPts val="0"/>
              </a:spcAft>
              <a:buSzPts val="12000"/>
              <a:buNone/>
              <a:defRPr sz="12000"/>
            </a:lvl2pPr>
            <a:lvl3pPr lvl="2" algn="ctr" rtl="0">
              <a:spcBef>
                <a:spcPts val="0"/>
              </a:spcBef>
              <a:spcAft>
                <a:spcPts val="0"/>
              </a:spcAft>
              <a:buSzPts val="12000"/>
              <a:buNone/>
              <a:defRPr sz="12000"/>
            </a:lvl3pPr>
            <a:lvl4pPr lvl="3" algn="ctr" rtl="0">
              <a:spcBef>
                <a:spcPts val="0"/>
              </a:spcBef>
              <a:spcAft>
                <a:spcPts val="0"/>
              </a:spcAft>
              <a:buSzPts val="12000"/>
              <a:buNone/>
              <a:defRPr sz="12000"/>
            </a:lvl4pPr>
            <a:lvl5pPr lvl="4" algn="ctr" rtl="0">
              <a:spcBef>
                <a:spcPts val="0"/>
              </a:spcBef>
              <a:spcAft>
                <a:spcPts val="0"/>
              </a:spcAft>
              <a:buSzPts val="12000"/>
              <a:buNone/>
              <a:defRPr sz="12000"/>
            </a:lvl5pPr>
            <a:lvl6pPr lvl="5" algn="ctr" rtl="0">
              <a:spcBef>
                <a:spcPts val="0"/>
              </a:spcBef>
              <a:spcAft>
                <a:spcPts val="0"/>
              </a:spcAft>
              <a:buSzPts val="12000"/>
              <a:buNone/>
              <a:defRPr sz="12000"/>
            </a:lvl6pPr>
            <a:lvl7pPr lvl="6" algn="ctr" rtl="0">
              <a:spcBef>
                <a:spcPts val="0"/>
              </a:spcBef>
              <a:spcAft>
                <a:spcPts val="0"/>
              </a:spcAft>
              <a:buSzPts val="12000"/>
              <a:buNone/>
              <a:defRPr sz="12000"/>
            </a:lvl7pPr>
            <a:lvl8pPr lvl="7" algn="ctr" rtl="0">
              <a:spcBef>
                <a:spcPts val="0"/>
              </a:spcBef>
              <a:spcAft>
                <a:spcPts val="0"/>
              </a:spcAft>
              <a:buSzPts val="12000"/>
              <a:buNone/>
              <a:defRPr sz="12000"/>
            </a:lvl8pPr>
            <a:lvl9pPr lvl="8" algn="ctr" rtl="0">
              <a:spcBef>
                <a:spcPts val="0"/>
              </a:spcBef>
              <a:spcAft>
                <a:spcPts val="0"/>
              </a:spcAft>
              <a:buSzPts val="12000"/>
              <a:buNone/>
              <a:defRPr sz="12000"/>
            </a:lvl9pPr>
          </a:lstStyle>
          <a:p>
            <a:r>
              <a:t>xx%</a:t>
            </a:r>
          </a:p>
        </p:txBody>
      </p:sp>
      <p:sp>
        <p:nvSpPr>
          <p:cNvPr id="180" name="Google Shape;180;p50"/>
          <p:cNvSpPr txBox="1">
            <a:spLocks noGrp="1"/>
          </p:cNvSpPr>
          <p:nvPr>
            <p:ph type="body" idx="1"/>
          </p:nvPr>
        </p:nvSpPr>
        <p:spPr>
          <a:xfrm>
            <a:off x="264945" y="6164351"/>
            <a:ext cx="7242600" cy="2543700"/>
          </a:xfrm>
          <a:prstGeom prst="rect">
            <a:avLst/>
          </a:prstGeom>
        </p:spPr>
        <p:txBody>
          <a:bodyPr spcFirstLastPara="1" wrap="square" lIns="91425" tIns="91425" rIns="91425" bIns="91425" anchor="t" anchorCtr="0">
            <a:noAutofit/>
          </a:bodyPr>
          <a:lstStyle>
            <a:lvl1pPr marL="457200" lvl="0" indent="-342900" algn="ctr" rtl="0">
              <a:spcBef>
                <a:spcPts val="0"/>
              </a:spcBef>
              <a:spcAft>
                <a:spcPts val="0"/>
              </a:spcAft>
              <a:buSzPts val="1800"/>
              <a:buChar char="●"/>
              <a:defRPr/>
            </a:lvl1pPr>
            <a:lvl2pPr marL="914400" lvl="1" indent="-317500" algn="ctr" rtl="0">
              <a:spcBef>
                <a:spcPts val="1600"/>
              </a:spcBef>
              <a:spcAft>
                <a:spcPts val="0"/>
              </a:spcAft>
              <a:buSzPts val="1400"/>
              <a:buChar char="○"/>
              <a:defRPr/>
            </a:lvl2pPr>
            <a:lvl3pPr marL="1371600" lvl="2" indent="-317500" algn="ctr" rtl="0">
              <a:spcBef>
                <a:spcPts val="1600"/>
              </a:spcBef>
              <a:spcAft>
                <a:spcPts val="0"/>
              </a:spcAft>
              <a:buSzPts val="1400"/>
              <a:buChar char="■"/>
              <a:defRPr/>
            </a:lvl3pPr>
            <a:lvl4pPr marL="1828800" lvl="3" indent="-317500" algn="ctr" rtl="0">
              <a:spcBef>
                <a:spcPts val="1600"/>
              </a:spcBef>
              <a:spcAft>
                <a:spcPts val="0"/>
              </a:spcAft>
              <a:buSzPts val="1400"/>
              <a:buChar char="●"/>
              <a:defRPr/>
            </a:lvl4pPr>
            <a:lvl5pPr marL="2286000" lvl="4" indent="-317500" algn="ctr" rtl="0">
              <a:spcBef>
                <a:spcPts val="1600"/>
              </a:spcBef>
              <a:spcAft>
                <a:spcPts val="0"/>
              </a:spcAft>
              <a:buSzPts val="1400"/>
              <a:buChar char="○"/>
              <a:defRPr/>
            </a:lvl5pPr>
            <a:lvl6pPr marL="2743200" lvl="5" indent="-317500" algn="ctr" rtl="0">
              <a:spcBef>
                <a:spcPts val="1600"/>
              </a:spcBef>
              <a:spcAft>
                <a:spcPts val="0"/>
              </a:spcAft>
              <a:buSzPts val="1400"/>
              <a:buChar char="■"/>
              <a:defRPr/>
            </a:lvl6pPr>
            <a:lvl7pPr marL="3200400" lvl="6" indent="-317500" algn="ctr" rtl="0">
              <a:spcBef>
                <a:spcPts val="1600"/>
              </a:spcBef>
              <a:spcAft>
                <a:spcPts val="0"/>
              </a:spcAft>
              <a:buSzPts val="1400"/>
              <a:buChar char="●"/>
              <a:defRPr/>
            </a:lvl7pPr>
            <a:lvl8pPr marL="3657600" lvl="7" indent="-317500" algn="ctr" rtl="0">
              <a:spcBef>
                <a:spcPts val="1600"/>
              </a:spcBef>
              <a:spcAft>
                <a:spcPts val="0"/>
              </a:spcAft>
              <a:buSzPts val="1400"/>
              <a:buChar char="○"/>
              <a:defRPr/>
            </a:lvl8pPr>
            <a:lvl9pPr marL="4114800" lvl="8" indent="-317500" algn="ctr" rtl="0">
              <a:spcBef>
                <a:spcPts val="1600"/>
              </a:spcBef>
              <a:spcAft>
                <a:spcPts val="1600"/>
              </a:spcAft>
              <a:buSzPts val="1400"/>
              <a:buChar char="■"/>
              <a:defRPr/>
            </a:lvl9pPr>
          </a:lstStyle>
          <a:p>
            <a:endParaRPr/>
          </a:p>
        </p:txBody>
      </p:sp>
      <p:sp>
        <p:nvSpPr>
          <p:cNvPr id="181" name="Google Shape;181;p50"/>
          <p:cNvSpPr txBox="1">
            <a:spLocks noGrp="1"/>
          </p:cNvSpPr>
          <p:nvPr>
            <p:ph type="sldNum" idx="12"/>
          </p:nvPr>
        </p:nvSpPr>
        <p:spPr>
          <a:xfrm>
            <a:off x="7201589" y="9119180"/>
            <a:ext cx="466500" cy="7698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82"/>
        <p:cNvGrpSpPr/>
        <p:nvPr/>
      </p:nvGrpSpPr>
      <p:grpSpPr>
        <a:xfrm>
          <a:off x="0" y="0"/>
          <a:ext cx="0" cy="0"/>
          <a:chOff x="0" y="0"/>
          <a:chExt cx="0" cy="0"/>
        </a:xfrm>
      </p:grpSpPr>
      <p:sp>
        <p:nvSpPr>
          <p:cNvPr id="183" name="Google Shape;183;p51"/>
          <p:cNvSpPr txBox="1">
            <a:spLocks noGrp="1"/>
          </p:cNvSpPr>
          <p:nvPr>
            <p:ph type="sldNum" idx="12"/>
          </p:nvPr>
        </p:nvSpPr>
        <p:spPr>
          <a:xfrm>
            <a:off x="7201589" y="9119180"/>
            <a:ext cx="466500" cy="7698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1.xml"/><Relationship Id="rId3" Type="http://schemas.openxmlformats.org/officeDocument/2006/relationships/slideLayout" Target="../slideLayouts/slideLayout26.xml"/><Relationship Id="rId7" Type="http://schemas.openxmlformats.org/officeDocument/2006/relationships/slideLayout" Target="../slideLayouts/slideLayout30.xml"/><Relationship Id="rId12" Type="http://schemas.openxmlformats.org/officeDocument/2006/relationships/theme" Target="../theme/theme3.xml"/><Relationship Id="rId2" Type="http://schemas.openxmlformats.org/officeDocument/2006/relationships/slideLayout" Target="../slideLayouts/slideLayout25.xml"/><Relationship Id="rId1" Type="http://schemas.openxmlformats.org/officeDocument/2006/relationships/slideLayout" Target="../slideLayouts/slideLayout24.xml"/><Relationship Id="rId6" Type="http://schemas.openxmlformats.org/officeDocument/2006/relationships/slideLayout" Target="../slideLayouts/slideLayout29.xml"/><Relationship Id="rId11" Type="http://schemas.openxmlformats.org/officeDocument/2006/relationships/slideLayout" Target="../slideLayouts/slideLayout34.xml"/><Relationship Id="rId5" Type="http://schemas.openxmlformats.org/officeDocument/2006/relationships/slideLayout" Target="../slideLayouts/slideLayout28.xml"/><Relationship Id="rId10" Type="http://schemas.openxmlformats.org/officeDocument/2006/relationships/slideLayout" Target="../slideLayouts/slideLayout33.xml"/><Relationship Id="rId4" Type="http://schemas.openxmlformats.org/officeDocument/2006/relationships/slideLayout" Target="../slideLayouts/slideLayout27.xml"/><Relationship Id="rId9" Type="http://schemas.openxmlformats.org/officeDocument/2006/relationships/slideLayout" Target="../slideLayouts/slideLayout32.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2.xml"/><Relationship Id="rId13" Type="http://schemas.openxmlformats.org/officeDocument/2006/relationships/slideLayout" Target="../slideLayouts/slideLayout47.xml"/><Relationship Id="rId3" Type="http://schemas.openxmlformats.org/officeDocument/2006/relationships/slideLayout" Target="../slideLayouts/slideLayout37.xml"/><Relationship Id="rId7" Type="http://schemas.openxmlformats.org/officeDocument/2006/relationships/slideLayout" Target="../slideLayouts/slideLayout41.xml"/><Relationship Id="rId12" Type="http://schemas.openxmlformats.org/officeDocument/2006/relationships/slideLayout" Target="../slideLayouts/slideLayout46.xml"/><Relationship Id="rId2" Type="http://schemas.openxmlformats.org/officeDocument/2006/relationships/slideLayout" Target="../slideLayouts/slideLayout36.xml"/><Relationship Id="rId1" Type="http://schemas.openxmlformats.org/officeDocument/2006/relationships/slideLayout" Target="../slideLayouts/slideLayout35.xml"/><Relationship Id="rId6" Type="http://schemas.openxmlformats.org/officeDocument/2006/relationships/slideLayout" Target="../slideLayouts/slideLayout40.xml"/><Relationship Id="rId11" Type="http://schemas.openxmlformats.org/officeDocument/2006/relationships/slideLayout" Target="../slideLayouts/slideLayout45.xml"/><Relationship Id="rId5" Type="http://schemas.openxmlformats.org/officeDocument/2006/relationships/slideLayout" Target="../slideLayouts/slideLayout39.xml"/><Relationship Id="rId10" Type="http://schemas.openxmlformats.org/officeDocument/2006/relationships/slideLayout" Target="../slideLayouts/slideLayout44.xml"/><Relationship Id="rId4" Type="http://schemas.openxmlformats.org/officeDocument/2006/relationships/slideLayout" Target="../slideLayouts/slideLayout38.xml"/><Relationship Id="rId9" Type="http://schemas.openxmlformats.org/officeDocument/2006/relationships/slideLayout" Target="../slideLayouts/slideLayout43.xml"/><Relationship Id="rId1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264945" y="870271"/>
            <a:ext cx="7242600" cy="11199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2800"/>
              <a:buFont typeface="Open Sans"/>
              <a:buNone/>
              <a:defRPr sz="2800">
                <a:solidFill>
                  <a:schemeClr val="dk1"/>
                </a:solidFill>
                <a:latin typeface="Open Sans"/>
                <a:ea typeface="Open Sans"/>
                <a:cs typeface="Open Sans"/>
                <a:sym typeface="Open Sans"/>
              </a:defRPr>
            </a:lvl1pPr>
            <a:lvl2pPr lvl="1" rtl="0">
              <a:spcBef>
                <a:spcPts val="0"/>
              </a:spcBef>
              <a:spcAft>
                <a:spcPts val="0"/>
              </a:spcAft>
              <a:buClr>
                <a:schemeClr val="dk1"/>
              </a:buClr>
              <a:buSzPts val="2800"/>
              <a:buNone/>
              <a:defRPr sz="2800">
                <a:solidFill>
                  <a:schemeClr val="dk1"/>
                </a:solidFill>
              </a:defRPr>
            </a:lvl2pPr>
            <a:lvl3pPr lvl="2" rtl="0">
              <a:spcBef>
                <a:spcPts val="0"/>
              </a:spcBef>
              <a:spcAft>
                <a:spcPts val="0"/>
              </a:spcAft>
              <a:buClr>
                <a:schemeClr val="dk1"/>
              </a:buClr>
              <a:buSzPts val="2800"/>
              <a:buNone/>
              <a:defRPr sz="2800">
                <a:solidFill>
                  <a:schemeClr val="dk1"/>
                </a:solidFill>
              </a:defRPr>
            </a:lvl3pPr>
            <a:lvl4pPr lvl="3" rtl="0">
              <a:spcBef>
                <a:spcPts val="0"/>
              </a:spcBef>
              <a:spcAft>
                <a:spcPts val="0"/>
              </a:spcAft>
              <a:buClr>
                <a:schemeClr val="dk1"/>
              </a:buClr>
              <a:buSzPts val="2800"/>
              <a:buNone/>
              <a:defRPr sz="2800">
                <a:solidFill>
                  <a:schemeClr val="dk1"/>
                </a:solidFill>
              </a:defRPr>
            </a:lvl4pPr>
            <a:lvl5pPr lvl="4" rtl="0">
              <a:spcBef>
                <a:spcPts val="0"/>
              </a:spcBef>
              <a:spcAft>
                <a:spcPts val="0"/>
              </a:spcAft>
              <a:buClr>
                <a:schemeClr val="dk1"/>
              </a:buClr>
              <a:buSzPts val="2800"/>
              <a:buNone/>
              <a:defRPr sz="2800">
                <a:solidFill>
                  <a:schemeClr val="dk1"/>
                </a:solidFill>
              </a:defRPr>
            </a:lvl5pPr>
            <a:lvl6pPr lvl="5" rtl="0">
              <a:spcBef>
                <a:spcPts val="0"/>
              </a:spcBef>
              <a:spcAft>
                <a:spcPts val="0"/>
              </a:spcAft>
              <a:buClr>
                <a:schemeClr val="dk1"/>
              </a:buClr>
              <a:buSzPts val="2800"/>
              <a:buNone/>
              <a:defRPr sz="2800">
                <a:solidFill>
                  <a:schemeClr val="dk1"/>
                </a:solidFill>
              </a:defRPr>
            </a:lvl6pPr>
            <a:lvl7pPr lvl="6" rtl="0">
              <a:spcBef>
                <a:spcPts val="0"/>
              </a:spcBef>
              <a:spcAft>
                <a:spcPts val="0"/>
              </a:spcAft>
              <a:buClr>
                <a:schemeClr val="dk1"/>
              </a:buClr>
              <a:buSzPts val="2800"/>
              <a:buNone/>
              <a:defRPr sz="2800">
                <a:solidFill>
                  <a:schemeClr val="dk1"/>
                </a:solidFill>
              </a:defRPr>
            </a:lvl7pPr>
            <a:lvl8pPr lvl="7" rtl="0">
              <a:spcBef>
                <a:spcPts val="0"/>
              </a:spcBef>
              <a:spcAft>
                <a:spcPts val="0"/>
              </a:spcAft>
              <a:buClr>
                <a:schemeClr val="dk1"/>
              </a:buClr>
              <a:buSzPts val="2800"/>
              <a:buNone/>
              <a:defRPr sz="2800">
                <a:solidFill>
                  <a:schemeClr val="dk1"/>
                </a:solidFill>
              </a:defRPr>
            </a:lvl8pPr>
            <a:lvl9pPr lvl="8" rtl="0">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264945" y="2253729"/>
            <a:ext cx="7242600" cy="6239700"/>
          </a:xfrm>
          <a:prstGeom prst="rect">
            <a:avLst/>
          </a:prstGeom>
          <a:noFill/>
          <a:ln>
            <a:noFill/>
          </a:ln>
        </p:spPr>
        <p:txBody>
          <a:bodyPr spcFirstLastPara="1" wrap="square" lIns="91425" tIns="91425" rIns="91425" bIns="91425" anchor="t" anchorCtr="0">
            <a:noAutofit/>
          </a:bodyPr>
          <a:lstStyle>
            <a:lvl1pPr marL="457200" lvl="0" indent="-342900" rtl="0">
              <a:lnSpc>
                <a:spcPct val="115000"/>
              </a:lnSpc>
              <a:spcBef>
                <a:spcPts val="0"/>
              </a:spcBef>
              <a:spcAft>
                <a:spcPts val="0"/>
              </a:spcAft>
              <a:buClr>
                <a:schemeClr val="dk2"/>
              </a:buClr>
              <a:buSzPts val="1800"/>
              <a:buFont typeface="Open Sans"/>
              <a:buChar char="●"/>
              <a:defRPr sz="1800">
                <a:solidFill>
                  <a:schemeClr val="dk2"/>
                </a:solidFill>
                <a:latin typeface="Open Sans"/>
                <a:ea typeface="Open Sans"/>
                <a:cs typeface="Open Sans"/>
                <a:sym typeface="Open Sans"/>
              </a:defRPr>
            </a:lvl1pPr>
            <a:lvl2pPr marL="914400" lvl="1" indent="-317500" rtl="0">
              <a:lnSpc>
                <a:spcPct val="115000"/>
              </a:lnSpc>
              <a:spcBef>
                <a:spcPts val="1600"/>
              </a:spcBef>
              <a:spcAft>
                <a:spcPts val="0"/>
              </a:spcAft>
              <a:buClr>
                <a:schemeClr val="dk2"/>
              </a:buClr>
              <a:buSzPts val="1400"/>
              <a:buFont typeface="Open Sans"/>
              <a:buChar char="○"/>
              <a:defRPr>
                <a:solidFill>
                  <a:schemeClr val="dk2"/>
                </a:solidFill>
                <a:latin typeface="Open Sans"/>
                <a:ea typeface="Open Sans"/>
                <a:cs typeface="Open Sans"/>
                <a:sym typeface="Open Sans"/>
              </a:defRPr>
            </a:lvl2pPr>
            <a:lvl3pPr marL="1371600" lvl="2" indent="-317500" rtl="0">
              <a:lnSpc>
                <a:spcPct val="115000"/>
              </a:lnSpc>
              <a:spcBef>
                <a:spcPts val="1600"/>
              </a:spcBef>
              <a:spcAft>
                <a:spcPts val="0"/>
              </a:spcAft>
              <a:buClr>
                <a:schemeClr val="dk2"/>
              </a:buClr>
              <a:buSzPts val="1400"/>
              <a:buFont typeface="Open Sans"/>
              <a:buChar char="■"/>
              <a:defRPr>
                <a:solidFill>
                  <a:schemeClr val="dk2"/>
                </a:solidFill>
                <a:latin typeface="Open Sans"/>
                <a:ea typeface="Open Sans"/>
                <a:cs typeface="Open Sans"/>
                <a:sym typeface="Open Sans"/>
              </a:defRPr>
            </a:lvl3pPr>
            <a:lvl4pPr marL="1828800" lvl="3" indent="-317500" rtl="0">
              <a:lnSpc>
                <a:spcPct val="115000"/>
              </a:lnSpc>
              <a:spcBef>
                <a:spcPts val="1600"/>
              </a:spcBef>
              <a:spcAft>
                <a:spcPts val="0"/>
              </a:spcAft>
              <a:buClr>
                <a:schemeClr val="dk2"/>
              </a:buClr>
              <a:buSzPts val="1400"/>
              <a:buFont typeface="Open Sans"/>
              <a:buChar char="●"/>
              <a:defRPr>
                <a:solidFill>
                  <a:schemeClr val="dk2"/>
                </a:solidFill>
                <a:latin typeface="Open Sans"/>
                <a:ea typeface="Open Sans"/>
                <a:cs typeface="Open Sans"/>
                <a:sym typeface="Open Sans"/>
              </a:defRPr>
            </a:lvl4pPr>
            <a:lvl5pPr marL="2286000" lvl="4" indent="-317500" rtl="0">
              <a:lnSpc>
                <a:spcPct val="115000"/>
              </a:lnSpc>
              <a:spcBef>
                <a:spcPts val="1600"/>
              </a:spcBef>
              <a:spcAft>
                <a:spcPts val="0"/>
              </a:spcAft>
              <a:buClr>
                <a:schemeClr val="dk2"/>
              </a:buClr>
              <a:buSzPts val="1400"/>
              <a:buFont typeface="Open Sans"/>
              <a:buChar char="○"/>
              <a:defRPr>
                <a:solidFill>
                  <a:schemeClr val="dk2"/>
                </a:solidFill>
                <a:latin typeface="Open Sans"/>
                <a:ea typeface="Open Sans"/>
                <a:cs typeface="Open Sans"/>
                <a:sym typeface="Open Sans"/>
              </a:defRPr>
            </a:lvl5pPr>
            <a:lvl6pPr marL="2743200" lvl="5" indent="-317500" rtl="0">
              <a:lnSpc>
                <a:spcPct val="115000"/>
              </a:lnSpc>
              <a:spcBef>
                <a:spcPts val="1600"/>
              </a:spcBef>
              <a:spcAft>
                <a:spcPts val="0"/>
              </a:spcAft>
              <a:buClr>
                <a:schemeClr val="dk2"/>
              </a:buClr>
              <a:buSzPts val="1400"/>
              <a:buFont typeface="Open Sans"/>
              <a:buChar char="■"/>
              <a:defRPr>
                <a:solidFill>
                  <a:schemeClr val="dk2"/>
                </a:solidFill>
                <a:latin typeface="Open Sans"/>
                <a:ea typeface="Open Sans"/>
                <a:cs typeface="Open Sans"/>
                <a:sym typeface="Open Sans"/>
              </a:defRPr>
            </a:lvl6pPr>
            <a:lvl7pPr marL="3200400" lvl="6" indent="-317500" rtl="0">
              <a:lnSpc>
                <a:spcPct val="115000"/>
              </a:lnSpc>
              <a:spcBef>
                <a:spcPts val="1600"/>
              </a:spcBef>
              <a:spcAft>
                <a:spcPts val="0"/>
              </a:spcAft>
              <a:buClr>
                <a:schemeClr val="dk2"/>
              </a:buClr>
              <a:buSzPts val="1400"/>
              <a:buFont typeface="Open Sans"/>
              <a:buChar char="●"/>
              <a:defRPr>
                <a:solidFill>
                  <a:schemeClr val="dk2"/>
                </a:solidFill>
                <a:latin typeface="Open Sans"/>
                <a:ea typeface="Open Sans"/>
                <a:cs typeface="Open Sans"/>
                <a:sym typeface="Open Sans"/>
              </a:defRPr>
            </a:lvl7pPr>
            <a:lvl8pPr marL="3657600" lvl="7" indent="-317500" rtl="0">
              <a:lnSpc>
                <a:spcPct val="115000"/>
              </a:lnSpc>
              <a:spcBef>
                <a:spcPts val="1600"/>
              </a:spcBef>
              <a:spcAft>
                <a:spcPts val="0"/>
              </a:spcAft>
              <a:buClr>
                <a:schemeClr val="dk2"/>
              </a:buClr>
              <a:buSzPts val="1400"/>
              <a:buFont typeface="Open Sans"/>
              <a:buChar char="○"/>
              <a:defRPr>
                <a:solidFill>
                  <a:schemeClr val="dk2"/>
                </a:solidFill>
                <a:latin typeface="Open Sans"/>
                <a:ea typeface="Open Sans"/>
                <a:cs typeface="Open Sans"/>
                <a:sym typeface="Open Sans"/>
              </a:defRPr>
            </a:lvl8pPr>
            <a:lvl9pPr marL="4114800" lvl="8" indent="-317500" rtl="0">
              <a:lnSpc>
                <a:spcPct val="115000"/>
              </a:lnSpc>
              <a:spcBef>
                <a:spcPts val="1600"/>
              </a:spcBef>
              <a:spcAft>
                <a:spcPts val="1600"/>
              </a:spcAft>
              <a:buClr>
                <a:schemeClr val="dk2"/>
              </a:buClr>
              <a:buSzPts val="1400"/>
              <a:buFont typeface="Open Sans"/>
              <a:buChar char="■"/>
              <a:defRPr>
                <a:solidFill>
                  <a:schemeClr val="dk2"/>
                </a:solidFill>
                <a:latin typeface="Open Sans"/>
                <a:ea typeface="Open Sans"/>
                <a:cs typeface="Open Sans"/>
                <a:sym typeface="Open Sans"/>
              </a:defRPr>
            </a:lvl9pPr>
          </a:lstStyle>
          <a:p>
            <a:endParaRPr/>
          </a:p>
        </p:txBody>
      </p:sp>
      <p:sp>
        <p:nvSpPr>
          <p:cNvPr id="8" name="Google Shape;8;p1"/>
          <p:cNvSpPr/>
          <p:nvPr/>
        </p:nvSpPr>
        <p:spPr>
          <a:xfrm>
            <a:off x="-11" y="964431"/>
            <a:ext cx="32400" cy="931500"/>
          </a:xfrm>
          <a:prstGeom prst="rect">
            <a:avLst/>
          </a:prstGeom>
          <a:solidFill>
            <a:srgbClr val="15C26B"/>
          </a:solidFill>
          <a:ln>
            <a:noFill/>
          </a:ln>
        </p:spPr>
        <p:txBody>
          <a:bodyPr spcFirstLastPara="1" wrap="square" lIns="26775" tIns="26775" rIns="26775" bIns="26775" anchor="ctr" anchorCtr="0">
            <a:noAutofit/>
          </a:bodyPr>
          <a:lstStyle/>
          <a:p>
            <a:pPr marL="0" marR="0" lvl="0" indent="0" algn="ctr" rtl="0">
              <a:lnSpc>
                <a:spcPct val="100000"/>
              </a:lnSpc>
              <a:spcBef>
                <a:spcPts val="0"/>
              </a:spcBef>
              <a:spcAft>
                <a:spcPts val="0"/>
              </a:spcAft>
              <a:buClr>
                <a:srgbClr val="FFFFFF"/>
              </a:buClr>
              <a:buFont typeface="Helvetica Neue"/>
              <a:buNone/>
            </a:pPr>
            <a:endParaRPr sz="1200" b="0" i="0" u="none" strike="noStrike" cap="none">
              <a:solidFill>
                <a:srgbClr val="FFFFFF"/>
              </a:solidFill>
              <a:latin typeface="Helvetica Neue"/>
              <a:ea typeface="Helvetica Neue"/>
              <a:cs typeface="Helvetica Neue"/>
              <a:sym typeface="Helvetica Neue"/>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41"/>
        <p:cNvGrpSpPr/>
        <p:nvPr/>
      </p:nvGrpSpPr>
      <p:grpSpPr>
        <a:xfrm>
          <a:off x="0" y="0"/>
          <a:ext cx="0" cy="0"/>
          <a:chOff x="0" y="0"/>
          <a:chExt cx="0" cy="0"/>
        </a:xfrm>
      </p:grpSpPr>
      <p:sp>
        <p:nvSpPr>
          <p:cNvPr id="42" name="Google Shape;42;p13"/>
          <p:cNvSpPr txBox="1">
            <a:spLocks noGrp="1"/>
          </p:cNvSpPr>
          <p:nvPr>
            <p:ph type="title"/>
          </p:nvPr>
        </p:nvSpPr>
        <p:spPr>
          <a:xfrm>
            <a:off x="264945" y="870271"/>
            <a:ext cx="7242600" cy="1119900"/>
          </a:xfrm>
          <a:prstGeom prst="rect">
            <a:avLst/>
          </a:prstGeom>
          <a:noFill/>
          <a:ln>
            <a:noFill/>
          </a:ln>
        </p:spPr>
        <p:txBody>
          <a:bodyPr spcFirstLastPara="1" wrap="square" lIns="91425" tIns="91425" rIns="91425" bIns="91425" anchor="ctr" anchorCtr="0">
            <a:noAutofit/>
          </a:bodyPr>
          <a:lstStyle>
            <a:lvl1pPr lvl="0" rtl="0">
              <a:spcBef>
                <a:spcPts val="0"/>
              </a:spcBef>
              <a:spcAft>
                <a:spcPts val="0"/>
              </a:spcAft>
              <a:buClr>
                <a:srgbClr val="2E3D49"/>
              </a:buClr>
              <a:buSzPts val="3000"/>
              <a:buNone/>
              <a:defRPr sz="3000">
                <a:solidFill>
                  <a:srgbClr val="2E3D49"/>
                </a:solidFill>
              </a:defRPr>
            </a:lvl1pPr>
            <a:lvl2pPr lvl="1" rtl="0">
              <a:spcBef>
                <a:spcPts val="0"/>
              </a:spcBef>
              <a:spcAft>
                <a:spcPts val="0"/>
              </a:spcAft>
              <a:buClr>
                <a:schemeClr val="dk1"/>
              </a:buClr>
              <a:buSzPts val="2800"/>
              <a:buNone/>
              <a:defRPr sz="2800">
                <a:solidFill>
                  <a:schemeClr val="dk1"/>
                </a:solidFill>
              </a:defRPr>
            </a:lvl2pPr>
            <a:lvl3pPr lvl="2" rtl="0">
              <a:spcBef>
                <a:spcPts val="0"/>
              </a:spcBef>
              <a:spcAft>
                <a:spcPts val="0"/>
              </a:spcAft>
              <a:buClr>
                <a:schemeClr val="dk1"/>
              </a:buClr>
              <a:buSzPts val="2800"/>
              <a:buNone/>
              <a:defRPr sz="2800">
                <a:solidFill>
                  <a:schemeClr val="dk1"/>
                </a:solidFill>
              </a:defRPr>
            </a:lvl3pPr>
            <a:lvl4pPr lvl="3" rtl="0">
              <a:spcBef>
                <a:spcPts val="0"/>
              </a:spcBef>
              <a:spcAft>
                <a:spcPts val="0"/>
              </a:spcAft>
              <a:buClr>
                <a:schemeClr val="dk1"/>
              </a:buClr>
              <a:buSzPts val="2800"/>
              <a:buNone/>
              <a:defRPr sz="2800">
                <a:solidFill>
                  <a:schemeClr val="dk1"/>
                </a:solidFill>
              </a:defRPr>
            </a:lvl4pPr>
            <a:lvl5pPr lvl="4" rtl="0">
              <a:spcBef>
                <a:spcPts val="0"/>
              </a:spcBef>
              <a:spcAft>
                <a:spcPts val="0"/>
              </a:spcAft>
              <a:buClr>
                <a:schemeClr val="dk1"/>
              </a:buClr>
              <a:buSzPts val="2800"/>
              <a:buNone/>
              <a:defRPr sz="2800">
                <a:solidFill>
                  <a:schemeClr val="dk1"/>
                </a:solidFill>
              </a:defRPr>
            </a:lvl5pPr>
            <a:lvl6pPr lvl="5" rtl="0">
              <a:spcBef>
                <a:spcPts val="0"/>
              </a:spcBef>
              <a:spcAft>
                <a:spcPts val="0"/>
              </a:spcAft>
              <a:buClr>
                <a:schemeClr val="dk1"/>
              </a:buClr>
              <a:buSzPts val="2800"/>
              <a:buNone/>
              <a:defRPr sz="2800">
                <a:solidFill>
                  <a:schemeClr val="dk1"/>
                </a:solidFill>
              </a:defRPr>
            </a:lvl6pPr>
            <a:lvl7pPr lvl="6" rtl="0">
              <a:spcBef>
                <a:spcPts val="0"/>
              </a:spcBef>
              <a:spcAft>
                <a:spcPts val="0"/>
              </a:spcAft>
              <a:buClr>
                <a:schemeClr val="dk1"/>
              </a:buClr>
              <a:buSzPts val="2800"/>
              <a:buNone/>
              <a:defRPr sz="2800">
                <a:solidFill>
                  <a:schemeClr val="dk1"/>
                </a:solidFill>
              </a:defRPr>
            </a:lvl7pPr>
            <a:lvl8pPr lvl="7" rtl="0">
              <a:spcBef>
                <a:spcPts val="0"/>
              </a:spcBef>
              <a:spcAft>
                <a:spcPts val="0"/>
              </a:spcAft>
              <a:buClr>
                <a:schemeClr val="dk1"/>
              </a:buClr>
              <a:buSzPts val="2800"/>
              <a:buNone/>
              <a:defRPr sz="2800">
                <a:solidFill>
                  <a:schemeClr val="dk1"/>
                </a:solidFill>
              </a:defRPr>
            </a:lvl8pPr>
            <a:lvl9pPr lvl="8" rtl="0">
              <a:spcBef>
                <a:spcPts val="0"/>
              </a:spcBef>
              <a:spcAft>
                <a:spcPts val="0"/>
              </a:spcAft>
              <a:buClr>
                <a:schemeClr val="dk1"/>
              </a:buClr>
              <a:buSzPts val="2800"/>
              <a:buNone/>
              <a:defRPr sz="2800">
                <a:solidFill>
                  <a:schemeClr val="dk1"/>
                </a:solidFill>
              </a:defRPr>
            </a:lvl9pPr>
          </a:lstStyle>
          <a:p>
            <a:endParaRPr/>
          </a:p>
        </p:txBody>
      </p:sp>
      <p:sp>
        <p:nvSpPr>
          <p:cNvPr id="43" name="Google Shape;43;p13"/>
          <p:cNvSpPr txBox="1">
            <a:spLocks noGrp="1"/>
          </p:cNvSpPr>
          <p:nvPr>
            <p:ph type="body" idx="1"/>
          </p:nvPr>
        </p:nvSpPr>
        <p:spPr>
          <a:xfrm>
            <a:off x="264945" y="2253729"/>
            <a:ext cx="7242600" cy="6681000"/>
          </a:xfrm>
          <a:prstGeom prst="rect">
            <a:avLst/>
          </a:prstGeom>
          <a:noFill/>
          <a:ln>
            <a:noFill/>
          </a:ln>
        </p:spPr>
        <p:txBody>
          <a:bodyPr spcFirstLastPara="1" wrap="square" lIns="91425" tIns="91425" rIns="91425" bIns="91425" anchor="t" anchorCtr="0">
            <a:noAutofit/>
          </a:bodyPr>
          <a:lstStyle>
            <a:lvl1pPr marL="457200" lvl="0" indent="-342900" rtl="0">
              <a:lnSpc>
                <a:spcPct val="115000"/>
              </a:lnSpc>
              <a:spcBef>
                <a:spcPts val="0"/>
              </a:spcBef>
              <a:spcAft>
                <a:spcPts val="0"/>
              </a:spcAft>
              <a:buClr>
                <a:srgbClr val="525C65"/>
              </a:buClr>
              <a:buSzPts val="1800"/>
              <a:buFont typeface="Open Sans"/>
              <a:buChar char="●"/>
              <a:defRPr sz="1800">
                <a:solidFill>
                  <a:srgbClr val="525C65"/>
                </a:solidFill>
                <a:latin typeface="Open Sans"/>
                <a:ea typeface="Open Sans"/>
                <a:cs typeface="Open Sans"/>
                <a:sym typeface="Open Sans"/>
              </a:defRPr>
            </a:lvl1pPr>
            <a:lvl2pPr marL="914400" lvl="1" indent="-317500" rtl="0">
              <a:lnSpc>
                <a:spcPct val="115000"/>
              </a:lnSpc>
              <a:spcBef>
                <a:spcPts val="1600"/>
              </a:spcBef>
              <a:spcAft>
                <a:spcPts val="0"/>
              </a:spcAft>
              <a:buClr>
                <a:srgbClr val="525C65"/>
              </a:buClr>
              <a:buSzPts val="1400"/>
              <a:buFont typeface="Open Sans"/>
              <a:buChar char="○"/>
              <a:defRPr>
                <a:solidFill>
                  <a:srgbClr val="525C65"/>
                </a:solidFill>
                <a:latin typeface="Open Sans"/>
                <a:ea typeface="Open Sans"/>
                <a:cs typeface="Open Sans"/>
                <a:sym typeface="Open Sans"/>
              </a:defRPr>
            </a:lvl2pPr>
            <a:lvl3pPr marL="1371600" lvl="2" indent="-317500" rtl="0">
              <a:lnSpc>
                <a:spcPct val="115000"/>
              </a:lnSpc>
              <a:spcBef>
                <a:spcPts val="1600"/>
              </a:spcBef>
              <a:spcAft>
                <a:spcPts val="0"/>
              </a:spcAft>
              <a:buClr>
                <a:srgbClr val="525C65"/>
              </a:buClr>
              <a:buSzPts val="1400"/>
              <a:buFont typeface="Open Sans"/>
              <a:buChar char="■"/>
              <a:defRPr>
                <a:solidFill>
                  <a:srgbClr val="525C65"/>
                </a:solidFill>
                <a:latin typeface="Open Sans"/>
                <a:ea typeface="Open Sans"/>
                <a:cs typeface="Open Sans"/>
                <a:sym typeface="Open Sans"/>
              </a:defRPr>
            </a:lvl3pPr>
            <a:lvl4pPr marL="1828800" lvl="3" indent="-317500" rtl="0">
              <a:lnSpc>
                <a:spcPct val="115000"/>
              </a:lnSpc>
              <a:spcBef>
                <a:spcPts val="1600"/>
              </a:spcBef>
              <a:spcAft>
                <a:spcPts val="0"/>
              </a:spcAft>
              <a:buClr>
                <a:srgbClr val="525C65"/>
              </a:buClr>
              <a:buSzPts val="1400"/>
              <a:buFont typeface="Open Sans"/>
              <a:buChar char="●"/>
              <a:defRPr>
                <a:solidFill>
                  <a:srgbClr val="525C65"/>
                </a:solidFill>
                <a:latin typeface="Open Sans"/>
                <a:ea typeface="Open Sans"/>
                <a:cs typeface="Open Sans"/>
                <a:sym typeface="Open Sans"/>
              </a:defRPr>
            </a:lvl4pPr>
            <a:lvl5pPr marL="2286000" lvl="4" indent="-317500" rtl="0">
              <a:lnSpc>
                <a:spcPct val="115000"/>
              </a:lnSpc>
              <a:spcBef>
                <a:spcPts val="1600"/>
              </a:spcBef>
              <a:spcAft>
                <a:spcPts val="0"/>
              </a:spcAft>
              <a:buClr>
                <a:srgbClr val="525C65"/>
              </a:buClr>
              <a:buSzPts val="1400"/>
              <a:buFont typeface="Open Sans"/>
              <a:buChar char="○"/>
              <a:defRPr>
                <a:solidFill>
                  <a:srgbClr val="525C65"/>
                </a:solidFill>
                <a:latin typeface="Open Sans"/>
                <a:ea typeface="Open Sans"/>
                <a:cs typeface="Open Sans"/>
                <a:sym typeface="Open Sans"/>
              </a:defRPr>
            </a:lvl5pPr>
            <a:lvl6pPr marL="2743200" lvl="5" indent="-317500" rtl="0">
              <a:lnSpc>
                <a:spcPct val="115000"/>
              </a:lnSpc>
              <a:spcBef>
                <a:spcPts val="1600"/>
              </a:spcBef>
              <a:spcAft>
                <a:spcPts val="0"/>
              </a:spcAft>
              <a:buClr>
                <a:srgbClr val="525C65"/>
              </a:buClr>
              <a:buSzPts val="1400"/>
              <a:buFont typeface="Open Sans"/>
              <a:buChar char="■"/>
              <a:defRPr>
                <a:solidFill>
                  <a:srgbClr val="525C65"/>
                </a:solidFill>
                <a:latin typeface="Open Sans"/>
                <a:ea typeface="Open Sans"/>
                <a:cs typeface="Open Sans"/>
                <a:sym typeface="Open Sans"/>
              </a:defRPr>
            </a:lvl6pPr>
            <a:lvl7pPr marL="3200400" lvl="6" indent="-317500" rtl="0">
              <a:lnSpc>
                <a:spcPct val="115000"/>
              </a:lnSpc>
              <a:spcBef>
                <a:spcPts val="1600"/>
              </a:spcBef>
              <a:spcAft>
                <a:spcPts val="0"/>
              </a:spcAft>
              <a:buClr>
                <a:srgbClr val="525C65"/>
              </a:buClr>
              <a:buSzPts val="1400"/>
              <a:buFont typeface="Open Sans"/>
              <a:buChar char="●"/>
              <a:defRPr>
                <a:solidFill>
                  <a:srgbClr val="525C65"/>
                </a:solidFill>
                <a:latin typeface="Open Sans"/>
                <a:ea typeface="Open Sans"/>
                <a:cs typeface="Open Sans"/>
                <a:sym typeface="Open Sans"/>
              </a:defRPr>
            </a:lvl7pPr>
            <a:lvl8pPr marL="3657600" lvl="7" indent="-317500" rtl="0">
              <a:lnSpc>
                <a:spcPct val="115000"/>
              </a:lnSpc>
              <a:spcBef>
                <a:spcPts val="1600"/>
              </a:spcBef>
              <a:spcAft>
                <a:spcPts val="0"/>
              </a:spcAft>
              <a:buClr>
                <a:srgbClr val="525C65"/>
              </a:buClr>
              <a:buSzPts val="1400"/>
              <a:buFont typeface="Open Sans"/>
              <a:buChar char="○"/>
              <a:defRPr>
                <a:solidFill>
                  <a:srgbClr val="525C65"/>
                </a:solidFill>
                <a:latin typeface="Open Sans"/>
                <a:ea typeface="Open Sans"/>
                <a:cs typeface="Open Sans"/>
                <a:sym typeface="Open Sans"/>
              </a:defRPr>
            </a:lvl8pPr>
            <a:lvl9pPr marL="4114800" lvl="8" indent="-317500" rtl="0">
              <a:lnSpc>
                <a:spcPct val="115000"/>
              </a:lnSpc>
              <a:spcBef>
                <a:spcPts val="1600"/>
              </a:spcBef>
              <a:spcAft>
                <a:spcPts val="1600"/>
              </a:spcAft>
              <a:buClr>
                <a:srgbClr val="525C65"/>
              </a:buClr>
              <a:buSzPts val="1400"/>
              <a:buFont typeface="Open Sans"/>
              <a:buChar char="■"/>
              <a:defRPr>
                <a:solidFill>
                  <a:srgbClr val="525C65"/>
                </a:solidFill>
                <a:latin typeface="Open Sans"/>
                <a:ea typeface="Open Sans"/>
                <a:cs typeface="Open Sans"/>
                <a:sym typeface="Open Sans"/>
              </a:defRPr>
            </a:lvl9pPr>
          </a:lstStyle>
          <a:p>
            <a:endParaRPr/>
          </a:p>
        </p:txBody>
      </p:sp>
      <p:sp>
        <p:nvSpPr>
          <p:cNvPr id="44" name="Google Shape;44;p13"/>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Autofit/>
          </a:bodyPr>
          <a:lstStyle>
            <a:lvl1pPr lvl="0" algn="r" rtl="0">
              <a:buNone/>
              <a:defRPr sz="1000">
                <a:solidFill>
                  <a:schemeClr val="dk2"/>
                </a:solidFill>
              </a:defRPr>
            </a:lvl1pPr>
            <a:lvl2pPr lvl="1" algn="r" rtl="0">
              <a:buNone/>
              <a:defRPr sz="1000">
                <a:solidFill>
                  <a:schemeClr val="dk2"/>
                </a:solidFill>
              </a:defRPr>
            </a:lvl2pPr>
            <a:lvl3pPr lvl="2" algn="r" rtl="0">
              <a:buNone/>
              <a:defRPr sz="1000">
                <a:solidFill>
                  <a:schemeClr val="dk2"/>
                </a:solidFill>
              </a:defRPr>
            </a:lvl3pPr>
            <a:lvl4pPr lvl="3" algn="r" rtl="0">
              <a:buNone/>
              <a:defRPr sz="1000">
                <a:solidFill>
                  <a:schemeClr val="dk2"/>
                </a:solidFill>
              </a:defRPr>
            </a:lvl4pPr>
            <a:lvl5pPr lvl="4" algn="r" rtl="0">
              <a:buNone/>
              <a:defRPr sz="1000">
                <a:solidFill>
                  <a:schemeClr val="dk2"/>
                </a:solidFill>
              </a:defRPr>
            </a:lvl5pPr>
            <a:lvl6pPr lvl="5" algn="r" rtl="0">
              <a:buNone/>
              <a:defRPr sz="1000">
                <a:solidFill>
                  <a:schemeClr val="dk2"/>
                </a:solidFill>
              </a:defRPr>
            </a:lvl6pPr>
            <a:lvl7pPr lvl="6" algn="r" rtl="0">
              <a:buNone/>
              <a:defRPr sz="1000">
                <a:solidFill>
                  <a:schemeClr val="dk2"/>
                </a:solidFill>
              </a:defRPr>
            </a:lvl7pPr>
            <a:lvl8pPr lvl="7" algn="r" rtl="0">
              <a:buNone/>
              <a:defRPr sz="1000">
                <a:solidFill>
                  <a:schemeClr val="dk2"/>
                </a:solidFill>
              </a:defRPr>
            </a:lvl8pPr>
            <a:lvl9pPr lvl="8" algn="r" rtl="0">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
        <p:nvSpPr>
          <p:cNvPr id="45" name="Google Shape;45;p13"/>
          <p:cNvSpPr/>
          <p:nvPr/>
        </p:nvSpPr>
        <p:spPr>
          <a:xfrm>
            <a:off x="-11" y="964431"/>
            <a:ext cx="32400" cy="931500"/>
          </a:xfrm>
          <a:prstGeom prst="rect">
            <a:avLst/>
          </a:prstGeom>
          <a:solidFill>
            <a:srgbClr val="15C26B"/>
          </a:solidFill>
          <a:ln>
            <a:noFill/>
          </a:ln>
        </p:spPr>
        <p:txBody>
          <a:bodyPr spcFirstLastPara="1" wrap="square" lIns="26775" tIns="26775" rIns="26775" bIns="26775" anchor="ctr" anchorCtr="0">
            <a:noAutofit/>
          </a:bodyPr>
          <a:lstStyle/>
          <a:p>
            <a:pPr marL="0" marR="0" lvl="0" indent="0" algn="ctr" rtl="0">
              <a:lnSpc>
                <a:spcPct val="100000"/>
              </a:lnSpc>
              <a:spcBef>
                <a:spcPts val="0"/>
              </a:spcBef>
              <a:spcAft>
                <a:spcPts val="0"/>
              </a:spcAft>
              <a:buClr>
                <a:srgbClr val="FFFFFF"/>
              </a:buClr>
              <a:buFont typeface="Helvetica Neue"/>
              <a:buNone/>
            </a:pPr>
            <a:endParaRPr sz="1200" b="0" i="0" u="none" strike="noStrike" cap="none">
              <a:solidFill>
                <a:srgbClr val="FFFFFF"/>
              </a:solidFill>
              <a:latin typeface="Helvetica Neue"/>
              <a:ea typeface="Helvetica Neue"/>
              <a:cs typeface="Helvetica Neue"/>
              <a:sym typeface="Helvetica Neue"/>
            </a:endParaRPr>
          </a:p>
        </p:txBody>
      </p:sp>
    </p:spTree>
  </p:cSld>
  <p:clrMap bg1="lt1" tx1="dk1" bg2="dk2" tx2="lt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92"/>
        <p:cNvGrpSpPr/>
        <p:nvPr/>
      </p:nvGrpSpPr>
      <p:grpSpPr>
        <a:xfrm>
          <a:off x="0" y="0"/>
          <a:ext cx="0" cy="0"/>
          <a:chOff x="0" y="0"/>
          <a:chExt cx="0" cy="0"/>
        </a:xfrm>
      </p:grpSpPr>
      <p:sp>
        <p:nvSpPr>
          <p:cNvPr id="93" name="Google Shape;93;p26"/>
          <p:cNvSpPr txBox="1">
            <a:spLocks noGrp="1"/>
          </p:cNvSpPr>
          <p:nvPr>
            <p:ph type="title"/>
          </p:nvPr>
        </p:nvSpPr>
        <p:spPr>
          <a:xfrm>
            <a:off x="264945" y="870271"/>
            <a:ext cx="7242600" cy="11199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2800"/>
              <a:buFont typeface="Open Sans"/>
              <a:buNone/>
              <a:defRPr sz="2800">
                <a:solidFill>
                  <a:schemeClr val="dk1"/>
                </a:solidFill>
                <a:latin typeface="Open Sans"/>
                <a:ea typeface="Open Sans"/>
                <a:cs typeface="Open Sans"/>
                <a:sym typeface="Open Sans"/>
              </a:defRPr>
            </a:lvl1pPr>
            <a:lvl2pPr lvl="1" rtl="0">
              <a:spcBef>
                <a:spcPts val="0"/>
              </a:spcBef>
              <a:spcAft>
                <a:spcPts val="0"/>
              </a:spcAft>
              <a:buClr>
                <a:schemeClr val="dk1"/>
              </a:buClr>
              <a:buSzPts val="2800"/>
              <a:buNone/>
              <a:defRPr sz="2800">
                <a:solidFill>
                  <a:schemeClr val="dk1"/>
                </a:solidFill>
              </a:defRPr>
            </a:lvl2pPr>
            <a:lvl3pPr lvl="2" rtl="0">
              <a:spcBef>
                <a:spcPts val="0"/>
              </a:spcBef>
              <a:spcAft>
                <a:spcPts val="0"/>
              </a:spcAft>
              <a:buClr>
                <a:schemeClr val="dk1"/>
              </a:buClr>
              <a:buSzPts val="2800"/>
              <a:buNone/>
              <a:defRPr sz="2800">
                <a:solidFill>
                  <a:schemeClr val="dk1"/>
                </a:solidFill>
              </a:defRPr>
            </a:lvl3pPr>
            <a:lvl4pPr lvl="3" rtl="0">
              <a:spcBef>
                <a:spcPts val="0"/>
              </a:spcBef>
              <a:spcAft>
                <a:spcPts val="0"/>
              </a:spcAft>
              <a:buClr>
                <a:schemeClr val="dk1"/>
              </a:buClr>
              <a:buSzPts val="2800"/>
              <a:buNone/>
              <a:defRPr sz="2800">
                <a:solidFill>
                  <a:schemeClr val="dk1"/>
                </a:solidFill>
              </a:defRPr>
            </a:lvl4pPr>
            <a:lvl5pPr lvl="4" rtl="0">
              <a:spcBef>
                <a:spcPts val="0"/>
              </a:spcBef>
              <a:spcAft>
                <a:spcPts val="0"/>
              </a:spcAft>
              <a:buClr>
                <a:schemeClr val="dk1"/>
              </a:buClr>
              <a:buSzPts val="2800"/>
              <a:buNone/>
              <a:defRPr sz="2800">
                <a:solidFill>
                  <a:schemeClr val="dk1"/>
                </a:solidFill>
              </a:defRPr>
            </a:lvl5pPr>
            <a:lvl6pPr lvl="5" rtl="0">
              <a:spcBef>
                <a:spcPts val="0"/>
              </a:spcBef>
              <a:spcAft>
                <a:spcPts val="0"/>
              </a:spcAft>
              <a:buClr>
                <a:schemeClr val="dk1"/>
              </a:buClr>
              <a:buSzPts val="2800"/>
              <a:buNone/>
              <a:defRPr sz="2800">
                <a:solidFill>
                  <a:schemeClr val="dk1"/>
                </a:solidFill>
              </a:defRPr>
            </a:lvl6pPr>
            <a:lvl7pPr lvl="6" rtl="0">
              <a:spcBef>
                <a:spcPts val="0"/>
              </a:spcBef>
              <a:spcAft>
                <a:spcPts val="0"/>
              </a:spcAft>
              <a:buClr>
                <a:schemeClr val="dk1"/>
              </a:buClr>
              <a:buSzPts val="2800"/>
              <a:buNone/>
              <a:defRPr sz="2800">
                <a:solidFill>
                  <a:schemeClr val="dk1"/>
                </a:solidFill>
              </a:defRPr>
            </a:lvl7pPr>
            <a:lvl8pPr lvl="7" rtl="0">
              <a:spcBef>
                <a:spcPts val="0"/>
              </a:spcBef>
              <a:spcAft>
                <a:spcPts val="0"/>
              </a:spcAft>
              <a:buClr>
                <a:schemeClr val="dk1"/>
              </a:buClr>
              <a:buSzPts val="2800"/>
              <a:buNone/>
              <a:defRPr sz="2800">
                <a:solidFill>
                  <a:schemeClr val="dk1"/>
                </a:solidFill>
              </a:defRPr>
            </a:lvl8pPr>
            <a:lvl9pPr lvl="8" rtl="0">
              <a:spcBef>
                <a:spcPts val="0"/>
              </a:spcBef>
              <a:spcAft>
                <a:spcPts val="0"/>
              </a:spcAft>
              <a:buClr>
                <a:schemeClr val="dk1"/>
              </a:buClr>
              <a:buSzPts val="2800"/>
              <a:buNone/>
              <a:defRPr sz="2800">
                <a:solidFill>
                  <a:schemeClr val="dk1"/>
                </a:solidFill>
              </a:defRPr>
            </a:lvl9pPr>
          </a:lstStyle>
          <a:p>
            <a:endParaRPr/>
          </a:p>
        </p:txBody>
      </p:sp>
      <p:sp>
        <p:nvSpPr>
          <p:cNvPr id="94" name="Google Shape;94;p26"/>
          <p:cNvSpPr txBox="1">
            <a:spLocks noGrp="1"/>
          </p:cNvSpPr>
          <p:nvPr>
            <p:ph type="body" idx="1"/>
          </p:nvPr>
        </p:nvSpPr>
        <p:spPr>
          <a:xfrm>
            <a:off x="264945" y="2253729"/>
            <a:ext cx="7242600" cy="6239700"/>
          </a:xfrm>
          <a:prstGeom prst="rect">
            <a:avLst/>
          </a:prstGeom>
          <a:noFill/>
          <a:ln>
            <a:noFill/>
          </a:ln>
        </p:spPr>
        <p:txBody>
          <a:bodyPr spcFirstLastPara="1" wrap="square" lIns="91425" tIns="91425" rIns="91425" bIns="91425" anchor="t" anchorCtr="0">
            <a:noAutofit/>
          </a:bodyPr>
          <a:lstStyle>
            <a:lvl1pPr marL="457200" lvl="0" indent="-342900" rtl="0">
              <a:lnSpc>
                <a:spcPct val="115000"/>
              </a:lnSpc>
              <a:spcBef>
                <a:spcPts val="0"/>
              </a:spcBef>
              <a:spcAft>
                <a:spcPts val="0"/>
              </a:spcAft>
              <a:buClr>
                <a:schemeClr val="dk2"/>
              </a:buClr>
              <a:buSzPts val="1800"/>
              <a:buFont typeface="Open Sans"/>
              <a:buChar char="●"/>
              <a:defRPr sz="1800">
                <a:solidFill>
                  <a:schemeClr val="dk2"/>
                </a:solidFill>
                <a:latin typeface="Open Sans"/>
                <a:ea typeface="Open Sans"/>
                <a:cs typeface="Open Sans"/>
                <a:sym typeface="Open Sans"/>
              </a:defRPr>
            </a:lvl1pPr>
            <a:lvl2pPr marL="914400" lvl="1" indent="-317500" rtl="0">
              <a:lnSpc>
                <a:spcPct val="115000"/>
              </a:lnSpc>
              <a:spcBef>
                <a:spcPts val="1600"/>
              </a:spcBef>
              <a:spcAft>
                <a:spcPts val="0"/>
              </a:spcAft>
              <a:buClr>
                <a:schemeClr val="dk2"/>
              </a:buClr>
              <a:buSzPts val="1400"/>
              <a:buFont typeface="Open Sans"/>
              <a:buChar char="○"/>
              <a:defRPr>
                <a:solidFill>
                  <a:schemeClr val="dk2"/>
                </a:solidFill>
                <a:latin typeface="Open Sans"/>
                <a:ea typeface="Open Sans"/>
                <a:cs typeface="Open Sans"/>
                <a:sym typeface="Open Sans"/>
              </a:defRPr>
            </a:lvl2pPr>
            <a:lvl3pPr marL="1371600" lvl="2" indent="-317500" rtl="0">
              <a:lnSpc>
                <a:spcPct val="115000"/>
              </a:lnSpc>
              <a:spcBef>
                <a:spcPts val="1600"/>
              </a:spcBef>
              <a:spcAft>
                <a:spcPts val="0"/>
              </a:spcAft>
              <a:buClr>
                <a:schemeClr val="dk2"/>
              </a:buClr>
              <a:buSzPts val="1400"/>
              <a:buFont typeface="Open Sans"/>
              <a:buChar char="■"/>
              <a:defRPr>
                <a:solidFill>
                  <a:schemeClr val="dk2"/>
                </a:solidFill>
                <a:latin typeface="Open Sans"/>
                <a:ea typeface="Open Sans"/>
                <a:cs typeface="Open Sans"/>
                <a:sym typeface="Open Sans"/>
              </a:defRPr>
            </a:lvl3pPr>
            <a:lvl4pPr marL="1828800" lvl="3" indent="-317500" rtl="0">
              <a:lnSpc>
                <a:spcPct val="115000"/>
              </a:lnSpc>
              <a:spcBef>
                <a:spcPts val="1600"/>
              </a:spcBef>
              <a:spcAft>
                <a:spcPts val="0"/>
              </a:spcAft>
              <a:buClr>
                <a:schemeClr val="dk2"/>
              </a:buClr>
              <a:buSzPts val="1400"/>
              <a:buFont typeface="Open Sans"/>
              <a:buChar char="●"/>
              <a:defRPr>
                <a:solidFill>
                  <a:schemeClr val="dk2"/>
                </a:solidFill>
                <a:latin typeface="Open Sans"/>
                <a:ea typeface="Open Sans"/>
                <a:cs typeface="Open Sans"/>
                <a:sym typeface="Open Sans"/>
              </a:defRPr>
            </a:lvl4pPr>
            <a:lvl5pPr marL="2286000" lvl="4" indent="-317500" rtl="0">
              <a:lnSpc>
                <a:spcPct val="115000"/>
              </a:lnSpc>
              <a:spcBef>
                <a:spcPts val="1600"/>
              </a:spcBef>
              <a:spcAft>
                <a:spcPts val="0"/>
              </a:spcAft>
              <a:buClr>
                <a:schemeClr val="dk2"/>
              </a:buClr>
              <a:buSzPts val="1400"/>
              <a:buFont typeface="Open Sans"/>
              <a:buChar char="○"/>
              <a:defRPr>
                <a:solidFill>
                  <a:schemeClr val="dk2"/>
                </a:solidFill>
                <a:latin typeface="Open Sans"/>
                <a:ea typeface="Open Sans"/>
                <a:cs typeface="Open Sans"/>
                <a:sym typeface="Open Sans"/>
              </a:defRPr>
            </a:lvl5pPr>
            <a:lvl6pPr marL="2743200" lvl="5" indent="-317500" rtl="0">
              <a:lnSpc>
                <a:spcPct val="115000"/>
              </a:lnSpc>
              <a:spcBef>
                <a:spcPts val="1600"/>
              </a:spcBef>
              <a:spcAft>
                <a:spcPts val="0"/>
              </a:spcAft>
              <a:buClr>
                <a:schemeClr val="dk2"/>
              </a:buClr>
              <a:buSzPts val="1400"/>
              <a:buFont typeface="Open Sans"/>
              <a:buChar char="■"/>
              <a:defRPr>
                <a:solidFill>
                  <a:schemeClr val="dk2"/>
                </a:solidFill>
                <a:latin typeface="Open Sans"/>
                <a:ea typeface="Open Sans"/>
                <a:cs typeface="Open Sans"/>
                <a:sym typeface="Open Sans"/>
              </a:defRPr>
            </a:lvl6pPr>
            <a:lvl7pPr marL="3200400" lvl="6" indent="-317500" rtl="0">
              <a:lnSpc>
                <a:spcPct val="115000"/>
              </a:lnSpc>
              <a:spcBef>
                <a:spcPts val="1600"/>
              </a:spcBef>
              <a:spcAft>
                <a:spcPts val="0"/>
              </a:spcAft>
              <a:buClr>
                <a:schemeClr val="dk2"/>
              </a:buClr>
              <a:buSzPts val="1400"/>
              <a:buFont typeface="Open Sans"/>
              <a:buChar char="●"/>
              <a:defRPr>
                <a:solidFill>
                  <a:schemeClr val="dk2"/>
                </a:solidFill>
                <a:latin typeface="Open Sans"/>
                <a:ea typeface="Open Sans"/>
                <a:cs typeface="Open Sans"/>
                <a:sym typeface="Open Sans"/>
              </a:defRPr>
            </a:lvl7pPr>
            <a:lvl8pPr marL="3657600" lvl="7" indent="-317500" rtl="0">
              <a:lnSpc>
                <a:spcPct val="115000"/>
              </a:lnSpc>
              <a:spcBef>
                <a:spcPts val="1600"/>
              </a:spcBef>
              <a:spcAft>
                <a:spcPts val="0"/>
              </a:spcAft>
              <a:buClr>
                <a:schemeClr val="dk2"/>
              </a:buClr>
              <a:buSzPts val="1400"/>
              <a:buFont typeface="Open Sans"/>
              <a:buChar char="○"/>
              <a:defRPr>
                <a:solidFill>
                  <a:schemeClr val="dk2"/>
                </a:solidFill>
                <a:latin typeface="Open Sans"/>
                <a:ea typeface="Open Sans"/>
                <a:cs typeface="Open Sans"/>
                <a:sym typeface="Open Sans"/>
              </a:defRPr>
            </a:lvl8pPr>
            <a:lvl9pPr marL="4114800" lvl="8" indent="-317500" rtl="0">
              <a:lnSpc>
                <a:spcPct val="115000"/>
              </a:lnSpc>
              <a:spcBef>
                <a:spcPts val="1600"/>
              </a:spcBef>
              <a:spcAft>
                <a:spcPts val="1600"/>
              </a:spcAft>
              <a:buClr>
                <a:schemeClr val="dk2"/>
              </a:buClr>
              <a:buSzPts val="1400"/>
              <a:buFont typeface="Open Sans"/>
              <a:buChar char="■"/>
              <a:defRPr>
                <a:solidFill>
                  <a:schemeClr val="dk2"/>
                </a:solidFill>
                <a:latin typeface="Open Sans"/>
                <a:ea typeface="Open Sans"/>
                <a:cs typeface="Open Sans"/>
                <a:sym typeface="Open Sans"/>
              </a:defRPr>
            </a:lvl9pPr>
          </a:lstStyle>
          <a:p>
            <a:endParaRPr/>
          </a:p>
        </p:txBody>
      </p:sp>
      <p:sp>
        <p:nvSpPr>
          <p:cNvPr id="95" name="Google Shape;95;p26"/>
          <p:cNvSpPr/>
          <p:nvPr/>
        </p:nvSpPr>
        <p:spPr>
          <a:xfrm>
            <a:off x="-11" y="964431"/>
            <a:ext cx="32400" cy="931500"/>
          </a:xfrm>
          <a:prstGeom prst="rect">
            <a:avLst/>
          </a:prstGeom>
          <a:solidFill>
            <a:srgbClr val="15C26B"/>
          </a:solidFill>
          <a:ln>
            <a:noFill/>
          </a:ln>
        </p:spPr>
        <p:txBody>
          <a:bodyPr spcFirstLastPara="1" wrap="square" lIns="26775" tIns="26775" rIns="26775" bIns="26775" anchor="ctr" anchorCtr="0">
            <a:noAutofit/>
          </a:bodyPr>
          <a:lstStyle/>
          <a:p>
            <a:pPr marL="0" marR="0" lvl="0" indent="0" algn="ctr" rtl="0">
              <a:lnSpc>
                <a:spcPct val="100000"/>
              </a:lnSpc>
              <a:spcBef>
                <a:spcPts val="0"/>
              </a:spcBef>
              <a:spcAft>
                <a:spcPts val="0"/>
              </a:spcAft>
              <a:buClr>
                <a:srgbClr val="FFFFFF"/>
              </a:buClr>
              <a:buFont typeface="Helvetica Neue"/>
              <a:buNone/>
            </a:pPr>
            <a:endParaRPr sz="1200" b="0" i="0" u="none" strike="noStrike" cap="none">
              <a:solidFill>
                <a:srgbClr val="FFFFFF"/>
              </a:solidFill>
              <a:latin typeface="Helvetica Neue"/>
              <a:ea typeface="Helvetica Neue"/>
              <a:cs typeface="Helvetica Neue"/>
              <a:sym typeface="Helvetica Neue"/>
            </a:endParaRPr>
          </a:p>
        </p:txBody>
      </p:sp>
    </p:spTree>
  </p:cSld>
  <p:clrMap bg1="lt1" tx1="dk1" bg2="dk2" tx2="lt2" accent1="accent1" accent2="accent2" accent3="accent3" accent4="accent4" accent5="accent5" accent6="accent6" hlink="hlink" folHlink="folHlink"/>
  <p:sldLayoutIdLst>
    <p:sldLayoutId id="2147483671" r:id="rId1"/>
    <p:sldLayoutId id="2147483672" r:id="rId2"/>
    <p:sldLayoutId id="2147483673" r:id="rId3"/>
    <p:sldLayoutId id="2147483674" r:id="rId4"/>
    <p:sldLayoutId id="2147483675" r:id="rId5"/>
    <p:sldLayoutId id="2147483676" r:id="rId6"/>
    <p:sldLayoutId id="2147483677" r:id="rId7"/>
    <p:sldLayoutId id="2147483678" r:id="rId8"/>
    <p:sldLayoutId id="2147483679" r:id="rId9"/>
    <p:sldLayoutId id="2147483680" r:id="rId10"/>
    <p:sldLayoutId id="2147483681"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127"/>
        <p:cNvGrpSpPr/>
        <p:nvPr/>
      </p:nvGrpSpPr>
      <p:grpSpPr>
        <a:xfrm>
          <a:off x="0" y="0"/>
          <a:ext cx="0" cy="0"/>
          <a:chOff x="0" y="0"/>
          <a:chExt cx="0" cy="0"/>
        </a:xfrm>
      </p:grpSpPr>
      <p:sp>
        <p:nvSpPr>
          <p:cNvPr id="128" name="Google Shape;128;p38"/>
          <p:cNvSpPr txBox="1">
            <a:spLocks noGrp="1"/>
          </p:cNvSpPr>
          <p:nvPr>
            <p:ph type="title"/>
          </p:nvPr>
        </p:nvSpPr>
        <p:spPr>
          <a:xfrm>
            <a:off x="264945" y="870271"/>
            <a:ext cx="7242600" cy="1119900"/>
          </a:xfrm>
          <a:prstGeom prst="rect">
            <a:avLst/>
          </a:prstGeom>
          <a:noFill/>
          <a:ln>
            <a:noFill/>
          </a:ln>
        </p:spPr>
        <p:txBody>
          <a:bodyPr spcFirstLastPara="1" wrap="square" lIns="91425" tIns="91425" rIns="91425" bIns="91425" anchor="ctr" anchorCtr="0">
            <a:noAutofit/>
          </a:bodyPr>
          <a:lstStyle>
            <a:lvl1pPr lvl="0" rtl="0">
              <a:spcBef>
                <a:spcPts val="0"/>
              </a:spcBef>
              <a:spcAft>
                <a:spcPts val="0"/>
              </a:spcAft>
              <a:buClr>
                <a:srgbClr val="2E3D49"/>
              </a:buClr>
              <a:buSzPts val="3000"/>
              <a:buNone/>
              <a:defRPr sz="3000">
                <a:solidFill>
                  <a:srgbClr val="2E3D49"/>
                </a:solidFill>
              </a:defRPr>
            </a:lvl1pPr>
            <a:lvl2pPr lvl="1" rtl="0">
              <a:spcBef>
                <a:spcPts val="0"/>
              </a:spcBef>
              <a:spcAft>
                <a:spcPts val="0"/>
              </a:spcAft>
              <a:buClr>
                <a:schemeClr val="dk1"/>
              </a:buClr>
              <a:buSzPts val="2800"/>
              <a:buNone/>
              <a:defRPr sz="2800">
                <a:solidFill>
                  <a:schemeClr val="dk1"/>
                </a:solidFill>
              </a:defRPr>
            </a:lvl2pPr>
            <a:lvl3pPr lvl="2" rtl="0">
              <a:spcBef>
                <a:spcPts val="0"/>
              </a:spcBef>
              <a:spcAft>
                <a:spcPts val="0"/>
              </a:spcAft>
              <a:buClr>
                <a:schemeClr val="dk1"/>
              </a:buClr>
              <a:buSzPts val="2800"/>
              <a:buNone/>
              <a:defRPr sz="2800">
                <a:solidFill>
                  <a:schemeClr val="dk1"/>
                </a:solidFill>
              </a:defRPr>
            </a:lvl3pPr>
            <a:lvl4pPr lvl="3" rtl="0">
              <a:spcBef>
                <a:spcPts val="0"/>
              </a:spcBef>
              <a:spcAft>
                <a:spcPts val="0"/>
              </a:spcAft>
              <a:buClr>
                <a:schemeClr val="dk1"/>
              </a:buClr>
              <a:buSzPts val="2800"/>
              <a:buNone/>
              <a:defRPr sz="2800">
                <a:solidFill>
                  <a:schemeClr val="dk1"/>
                </a:solidFill>
              </a:defRPr>
            </a:lvl4pPr>
            <a:lvl5pPr lvl="4" rtl="0">
              <a:spcBef>
                <a:spcPts val="0"/>
              </a:spcBef>
              <a:spcAft>
                <a:spcPts val="0"/>
              </a:spcAft>
              <a:buClr>
                <a:schemeClr val="dk1"/>
              </a:buClr>
              <a:buSzPts val="2800"/>
              <a:buNone/>
              <a:defRPr sz="2800">
                <a:solidFill>
                  <a:schemeClr val="dk1"/>
                </a:solidFill>
              </a:defRPr>
            </a:lvl5pPr>
            <a:lvl6pPr lvl="5" rtl="0">
              <a:spcBef>
                <a:spcPts val="0"/>
              </a:spcBef>
              <a:spcAft>
                <a:spcPts val="0"/>
              </a:spcAft>
              <a:buClr>
                <a:schemeClr val="dk1"/>
              </a:buClr>
              <a:buSzPts val="2800"/>
              <a:buNone/>
              <a:defRPr sz="2800">
                <a:solidFill>
                  <a:schemeClr val="dk1"/>
                </a:solidFill>
              </a:defRPr>
            </a:lvl6pPr>
            <a:lvl7pPr lvl="6" rtl="0">
              <a:spcBef>
                <a:spcPts val="0"/>
              </a:spcBef>
              <a:spcAft>
                <a:spcPts val="0"/>
              </a:spcAft>
              <a:buClr>
                <a:schemeClr val="dk1"/>
              </a:buClr>
              <a:buSzPts val="2800"/>
              <a:buNone/>
              <a:defRPr sz="2800">
                <a:solidFill>
                  <a:schemeClr val="dk1"/>
                </a:solidFill>
              </a:defRPr>
            </a:lvl7pPr>
            <a:lvl8pPr lvl="7" rtl="0">
              <a:spcBef>
                <a:spcPts val="0"/>
              </a:spcBef>
              <a:spcAft>
                <a:spcPts val="0"/>
              </a:spcAft>
              <a:buClr>
                <a:schemeClr val="dk1"/>
              </a:buClr>
              <a:buSzPts val="2800"/>
              <a:buNone/>
              <a:defRPr sz="2800">
                <a:solidFill>
                  <a:schemeClr val="dk1"/>
                </a:solidFill>
              </a:defRPr>
            </a:lvl8pPr>
            <a:lvl9pPr lvl="8" rtl="0">
              <a:spcBef>
                <a:spcPts val="0"/>
              </a:spcBef>
              <a:spcAft>
                <a:spcPts val="0"/>
              </a:spcAft>
              <a:buClr>
                <a:schemeClr val="dk1"/>
              </a:buClr>
              <a:buSzPts val="2800"/>
              <a:buNone/>
              <a:defRPr sz="2800">
                <a:solidFill>
                  <a:schemeClr val="dk1"/>
                </a:solidFill>
              </a:defRPr>
            </a:lvl9pPr>
          </a:lstStyle>
          <a:p>
            <a:endParaRPr/>
          </a:p>
        </p:txBody>
      </p:sp>
      <p:sp>
        <p:nvSpPr>
          <p:cNvPr id="129" name="Google Shape;129;p38"/>
          <p:cNvSpPr txBox="1">
            <a:spLocks noGrp="1"/>
          </p:cNvSpPr>
          <p:nvPr>
            <p:ph type="body" idx="1"/>
          </p:nvPr>
        </p:nvSpPr>
        <p:spPr>
          <a:xfrm>
            <a:off x="264945" y="2253729"/>
            <a:ext cx="7242600" cy="6681000"/>
          </a:xfrm>
          <a:prstGeom prst="rect">
            <a:avLst/>
          </a:prstGeom>
          <a:noFill/>
          <a:ln>
            <a:noFill/>
          </a:ln>
        </p:spPr>
        <p:txBody>
          <a:bodyPr spcFirstLastPara="1" wrap="square" lIns="91425" tIns="91425" rIns="91425" bIns="91425" anchor="t" anchorCtr="0">
            <a:noAutofit/>
          </a:bodyPr>
          <a:lstStyle>
            <a:lvl1pPr marL="457200" lvl="0" indent="-342900" rtl="0">
              <a:lnSpc>
                <a:spcPct val="115000"/>
              </a:lnSpc>
              <a:spcBef>
                <a:spcPts val="0"/>
              </a:spcBef>
              <a:spcAft>
                <a:spcPts val="0"/>
              </a:spcAft>
              <a:buClr>
                <a:srgbClr val="525C65"/>
              </a:buClr>
              <a:buSzPts val="1800"/>
              <a:buFont typeface="Open Sans"/>
              <a:buChar char="●"/>
              <a:defRPr sz="1800">
                <a:solidFill>
                  <a:srgbClr val="525C65"/>
                </a:solidFill>
                <a:latin typeface="Open Sans"/>
                <a:ea typeface="Open Sans"/>
                <a:cs typeface="Open Sans"/>
                <a:sym typeface="Open Sans"/>
              </a:defRPr>
            </a:lvl1pPr>
            <a:lvl2pPr marL="914400" lvl="1" indent="-317500" rtl="0">
              <a:lnSpc>
                <a:spcPct val="115000"/>
              </a:lnSpc>
              <a:spcBef>
                <a:spcPts val="1600"/>
              </a:spcBef>
              <a:spcAft>
                <a:spcPts val="0"/>
              </a:spcAft>
              <a:buClr>
                <a:srgbClr val="525C65"/>
              </a:buClr>
              <a:buSzPts val="1400"/>
              <a:buFont typeface="Open Sans"/>
              <a:buChar char="○"/>
              <a:defRPr>
                <a:solidFill>
                  <a:srgbClr val="525C65"/>
                </a:solidFill>
                <a:latin typeface="Open Sans"/>
                <a:ea typeface="Open Sans"/>
                <a:cs typeface="Open Sans"/>
                <a:sym typeface="Open Sans"/>
              </a:defRPr>
            </a:lvl2pPr>
            <a:lvl3pPr marL="1371600" lvl="2" indent="-317500" rtl="0">
              <a:lnSpc>
                <a:spcPct val="115000"/>
              </a:lnSpc>
              <a:spcBef>
                <a:spcPts val="1600"/>
              </a:spcBef>
              <a:spcAft>
                <a:spcPts val="0"/>
              </a:spcAft>
              <a:buClr>
                <a:srgbClr val="525C65"/>
              </a:buClr>
              <a:buSzPts val="1400"/>
              <a:buFont typeface="Open Sans"/>
              <a:buChar char="■"/>
              <a:defRPr>
                <a:solidFill>
                  <a:srgbClr val="525C65"/>
                </a:solidFill>
                <a:latin typeface="Open Sans"/>
                <a:ea typeface="Open Sans"/>
                <a:cs typeface="Open Sans"/>
                <a:sym typeface="Open Sans"/>
              </a:defRPr>
            </a:lvl3pPr>
            <a:lvl4pPr marL="1828800" lvl="3" indent="-317500" rtl="0">
              <a:lnSpc>
                <a:spcPct val="115000"/>
              </a:lnSpc>
              <a:spcBef>
                <a:spcPts val="1600"/>
              </a:spcBef>
              <a:spcAft>
                <a:spcPts val="0"/>
              </a:spcAft>
              <a:buClr>
                <a:srgbClr val="525C65"/>
              </a:buClr>
              <a:buSzPts val="1400"/>
              <a:buFont typeface="Open Sans"/>
              <a:buChar char="●"/>
              <a:defRPr>
                <a:solidFill>
                  <a:srgbClr val="525C65"/>
                </a:solidFill>
                <a:latin typeface="Open Sans"/>
                <a:ea typeface="Open Sans"/>
                <a:cs typeface="Open Sans"/>
                <a:sym typeface="Open Sans"/>
              </a:defRPr>
            </a:lvl4pPr>
            <a:lvl5pPr marL="2286000" lvl="4" indent="-317500" rtl="0">
              <a:lnSpc>
                <a:spcPct val="115000"/>
              </a:lnSpc>
              <a:spcBef>
                <a:spcPts val="1600"/>
              </a:spcBef>
              <a:spcAft>
                <a:spcPts val="0"/>
              </a:spcAft>
              <a:buClr>
                <a:srgbClr val="525C65"/>
              </a:buClr>
              <a:buSzPts val="1400"/>
              <a:buFont typeface="Open Sans"/>
              <a:buChar char="○"/>
              <a:defRPr>
                <a:solidFill>
                  <a:srgbClr val="525C65"/>
                </a:solidFill>
                <a:latin typeface="Open Sans"/>
                <a:ea typeface="Open Sans"/>
                <a:cs typeface="Open Sans"/>
                <a:sym typeface="Open Sans"/>
              </a:defRPr>
            </a:lvl5pPr>
            <a:lvl6pPr marL="2743200" lvl="5" indent="-317500" rtl="0">
              <a:lnSpc>
                <a:spcPct val="115000"/>
              </a:lnSpc>
              <a:spcBef>
                <a:spcPts val="1600"/>
              </a:spcBef>
              <a:spcAft>
                <a:spcPts val="0"/>
              </a:spcAft>
              <a:buClr>
                <a:srgbClr val="525C65"/>
              </a:buClr>
              <a:buSzPts val="1400"/>
              <a:buFont typeface="Open Sans"/>
              <a:buChar char="■"/>
              <a:defRPr>
                <a:solidFill>
                  <a:srgbClr val="525C65"/>
                </a:solidFill>
                <a:latin typeface="Open Sans"/>
                <a:ea typeface="Open Sans"/>
                <a:cs typeface="Open Sans"/>
                <a:sym typeface="Open Sans"/>
              </a:defRPr>
            </a:lvl6pPr>
            <a:lvl7pPr marL="3200400" lvl="6" indent="-317500" rtl="0">
              <a:lnSpc>
                <a:spcPct val="115000"/>
              </a:lnSpc>
              <a:spcBef>
                <a:spcPts val="1600"/>
              </a:spcBef>
              <a:spcAft>
                <a:spcPts val="0"/>
              </a:spcAft>
              <a:buClr>
                <a:srgbClr val="525C65"/>
              </a:buClr>
              <a:buSzPts val="1400"/>
              <a:buFont typeface="Open Sans"/>
              <a:buChar char="●"/>
              <a:defRPr>
                <a:solidFill>
                  <a:srgbClr val="525C65"/>
                </a:solidFill>
                <a:latin typeface="Open Sans"/>
                <a:ea typeface="Open Sans"/>
                <a:cs typeface="Open Sans"/>
                <a:sym typeface="Open Sans"/>
              </a:defRPr>
            </a:lvl7pPr>
            <a:lvl8pPr marL="3657600" lvl="7" indent="-317500" rtl="0">
              <a:lnSpc>
                <a:spcPct val="115000"/>
              </a:lnSpc>
              <a:spcBef>
                <a:spcPts val="1600"/>
              </a:spcBef>
              <a:spcAft>
                <a:spcPts val="0"/>
              </a:spcAft>
              <a:buClr>
                <a:srgbClr val="525C65"/>
              </a:buClr>
              <a:buSzPts val="1400"/>
              <a:buFont typeface="Open Sans"/>
              <a:buChar char="○"/>
              <a:defRPr>
                <a:solidFill>
                  <a:srgbClr val="525C65"/>
                </a:solidFill>
                <a:latin typeface="Open Sans"/>
                <a:ea typeface="Open Sans"/>
                <a:cs typeface="Open Sans"/>
                <a:sym typeface="Open Sans"/>
              </a:defRPr>
            </a:lvl8pPr>
            <a:lvl9pPr marL="4114800" lvl="8" indent="-317500" rtl="0">
              <a:lnSpc>
                <a:spcPct val="115000"/>
              </a:lnSpc>
              <a:spcBef>
                <a:spcPts val="1600"/>
              </a:spcBef>
              <a:spcAft>
                <a:spcPts val="1600"/>
              </a:spcAft>
              <a:buClr>
                <a:srgbClr val="525C65"/>
              </a:buClr>
              <a:buSzPts val="1400"/>
              <a:buFont typeface="Open Sans"/>
              <a:buChar char="■"/>
              <a:defRPr>
                <a:solidFill>
                  <a:srgbClr val="525C65"/>
                </a:solidFill>
                <a:latin typeface="Open Sans"/>
                <a:ea typeface="Open Sans"/>
                <a:cs typeface="Open Sans"/>
                <a:sym typeface="Open Sans"/>
              </a:defRPr>
            </a:lvl9pPr>
          </a:lstStyle>
          <a:p>
            <a:endParaRPr/>
          </a:p>
        </p:txBody>
      </p:sp>
      <p:sp>
        <p:nvSpPr>
          <p:cNvPr id="130" name="Google Shape;130;p38"/>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Autofit/>
          </a:bodyPr>
          <a:lstStyle>
            <a:lvl1pPr lvl="0" algn="r" rtl="0">
              <a:buNone/>
              <a:defRPr sz="1000">
                <a:solidFill>
                  <a:schemeClr val="dk2"/>
                </a:solidFill>
              </a:defRPr>
            </a:lvl1pPr>
            <a:lvl2pPr lvl="1" algn="r" rtl="0">
              <a:buNone/>
              <a:defRPr sz="1000">
                <a:solidFill>
                  <a:schemeClr val="dk2"/>
                </a:solidFill>
              </a:defRPr>
            </a:lvl2pPr>
            <a:lvl3pPr lvl="2" algn="r" rtl="0">
              <a:buNone/>
              <a:defRPr sz="1000">
                <a:solidFill>
                  <a:schemeClr val="dk2"/>
                </a:solidFill>
              </a:defRPr>
            </a:lvl3pPr>
            <a:lvl4pPr lvl="3" algn="r" rtl="0">
              <a:buNone/>
              <a:defRPr sz="1000">
                <a:solidFill>
                  <a:schemeClr val="dk2"/>
                </a:solidFill>
              </a:defRPr>
            </a:lvl4pPr>
            <a:lvl5pPr lvl="4" algn="r" rtl="0">
              <a:buNone/>
              <a:defRPr sz="1000">
                <a:solidFill>
                  <a:schemeClr val="dk2"/>
                </a:solidFill>
              </a:defRPr>
            </a:lvl5pPr>
            <a:lvl6pPr lvl="5" algn="r" rtl="0">
              <a:buNone/>
              <a:defRPr sz="1000">
                <a:solidFill>
                  <a:schemeClr val="dk2"/>
                </a:solidFill>
              </a:defRPr>
            </a:lvl6pPr>
            <a:lvl7pPr lvl="6" algn="r" rtl="0">
              <a:buNone/>
              <a:defRPr sz="1000">
                <a:solidFill>
                  <a:schemeClr val="dk2"/>
                </a:solidFill>
              </a:defRPr>
            </a:lvl7pPr>
            <a:lvl8pPr lvl="7" algn="r" rtl="0">
              <a:buNone/>
              <a:defRPr sz="1000">
                <a:solidFill>
                  <a:schemeClr val="dk2"/>
                </a:solidFill>
              </a:defRPr>
            </a:lvl8pPr>
            <a:lvl9pPr lvl="8" algn="r" rtl="0">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
        <p:nvSpPr>
          <p:cNvPr id="131" name="Google Shape;131;p38"/>
          <p:cNvSpPr/>
          <p:nvPr/>
        </p:nvSpPr>
        <p:spPr>
          <a:xfrm>
            <a:off x="-11" y="964431"/>
            <a:ext cx="32400" cy="931500"/>
          </a:xfrm>
          <a:prstGeom prst="rect">
            <a:avLst/>
          </a:prstGeom>
          <a:solidFill>
            <a:srgbClr val="15C26B"/>
          </a:solidFill>
          <a:ln>
            <a:noFill/>
          </a:ln>
        </p:spPr>
        <p:txBody>
          <a:bodyPr spcFirstLastPara="1" wrap="square" lIns="26775" tIns="26775" rIns="26775" bIns="26775" anchor="ctr" anchorCtr="0">
            <a:noAutofit/>
          </a:bodyPr>
          <a:lstStyle/>
          <a:p>
            <a:pPr marL="0" marR="0" lvl="0" indent="0" algn="ctr" rtl="0">
              <a:lnSpc>
                <a:spcPct val="100000"/>
              </a:lnSpc>
              <a:spcBef>
                <a:spcPts val="0"/>
              </a:spcBef>
              <a:spcAft>
                <a:spcPts val="0"/>
              </a:spcAft>
              <a:buClr>
                <a:srgbClr val="FFFFFF"/>
              </a:buClr>
              <a:buFont typeface="Helvetica Neue"/>
              <a:buNone/>
            </a:pPr>
            <a:endParaRPr sz="1200" b="0" i="0" u="none" strike="noStrike" cap="none">
              <a:solidFill>
                <a:srgbClr val="FFFFFF"/>
              </a:solidFill>
              <a:latin typeface="Helvetica Neue"/>
              <a:ea typeface="Helvetica Neue"/>
              <a:cs typeface="Helvetica Neue"/>
              <a:sym typeface="Helvetica Neue"/>
            </a:endParaRPr>
          </a:p>
        </p:txBody>
      </p:sp>
    </p:spTree>
  </p:cSld>
  <p:clrMap bg1="lt1" tx1="dk1" bg2="dk2" tx2="lt2" accent1="accent1" accent2="accent2" accent3="accent3" accent4="accent4" accent5="accent5" accent6="accent6" hlink="hlink" folHlink="folHlink"/>
  <p:sldLayoutIdLst>
    <p:sldLayoutId id="2147483682" r:id="rId1"/>
    <p:sldLayoutId id="2147483683" r:id="rId2"/>
    <p:sldLayoutId id="2147483684" r:id="rId3"/>
    <p:sldLayoutId id="2147483685" r:id="rId4"/>
    <p:sldLayoutId id="2147483686" r:id="rId5"/>
    <p:sldLayoutId id="2147483687" r:id="rId6"/>
    <p:sldLayoutId id="2147483688" r:id="rId7"/>
    <p:sldLayoutId id="2147483689" r:id="rId8"/>
    <p:sldLayoutId id="2147483690" r:id="rId9"/>
    <p:sldLayoutId id="2147483691" r:id="rId10"/>
    <p:sldLayoutId id="2147483692" r:id="rId11"/>
    <p:sldLayoutId id="2147483693" r:id="rId12"/>
    <p:sldLayoutId id="2147483694" r:id="rId1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3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6.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35.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26.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26.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26.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3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6.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6.xml"/><Relationship Id="rId1" Type="http://schemas.openxmlformats.org/officeDocument/2006/relationships/slideLayout" Target="../slideLayouts/slideLayout2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pic>
        <p:nvPicPr>
          <p:cNvPr id="188" name="Google Shape;188;p52"/>
          <p:cNvPicPr preferRelativeResize="0"/>
          <p:nvPr/>
        </p:nvPicPr>
        <p:blipFill>
          <a:blip r:embed="rId3">
            <a:alphaModFix/>
          </a:blip>
          <a:stretch>
            <a:fillRect/>
          </a:stretch>
        </p:blipFill>
        <p:spPr>
          <a:xfrm>
            <a:off x="-1" y="1972"/>
            <a:ext cx="7772400" cy="10054473"/>
          </a:xfrm>
          <a:prstGeom prst="rect">
            <a:avLst/>
          </a:prstGeom>
          <a:noFill/>
          <a:ln>
            <a:noFill/>
          </a:ln>
        </p:spPr>
      </p:pic>
      <p:sp>
        <p:nvSpPr>
          <p:cNvPr id="189" name="Google Shape;189;p52"/>
          <p:cNvSpPr/>
          <p:nvPr/>
        </p:nvSpPr>
        <p:spPr>
          <a:xfrm>
            <a:off x="3348690" y="5076712"/>
            <a:ext cx="764100" cy="74400"/>
          </a:xfrm>
          <a:prstGeom prst="rect">
            <a:avLst/>
          </a:prstGeom>
          <a:solidFill>
            <a:srgbClr val="15C26B"/>
          </a:solidFill>
          <a:ln>
            <a:noFill/>
          </a:ln>
        </p:spPr>
        <p:txBody>
          <a:bodyPr spcFirstLastPara="1" wrap="square" lIns="26775" tIns="26775" rIns="26775" bIns="26775" anchor="ctr" anchorCtr="0">
            <a:noAutofit/>
          </a:bodyPr>
          <a:lstStyle/>
          <a:p>
            <a:pPr marL="0" marR="0" lvl="0" indent="0" algn="ctr" rtl="0">
              <a:lnSpc>
                <a:spcPct val="100000"/>
              </a:lnSpc>
              <a:spcBef>
                <a:spcPts val="0"/>
              </a:spcBef>
              <a:spcAft>
                <a:spcPts val="0"/>
              </a:spcAft>
              <a:buClr>
                <a:srgbClr val="FFFFFF"/>
              </a:buClr>
              <a:buFont typeface="Helvetica Neue"/>
              <a:buNone/>
            </a:pPr>
            <a:endParaRPr sz="1200" b="0" i="0" u="none" strike="noStrike" cap="none">
              <a:solidFill>
                <a:srgbClr val="FFFFFF"/>
              </a:solidFill>
              <a:latin typeface="Helvetica Neue"/>
              <a:ea typeface="Helvetica Neue"/>
              <a:cs typeface="Helvetica Neue"/>
              <a:sym typeface="Helvetica Neue"/>
            </a:endParaRPr>
          </a:p>
        </p:txBody>
      </p:sp>
      <p:sp>
        <p:nvSpPr>
          <p:cNvPr id="190" name="Google Shape;190;p52"/>
          <p:cNvSpPr/>
          <p:nvPr/>
        </p:nvSpPr>
        <p:spPr>
          <a:xfrm>
            <a:off x="1047451" y="8292777"/>
            <a:ext cx="5677500" cy="1371600"/>
          </a:xfrm>
          <a:prstGeom prst="rect">
            <a:avLst/>
          </a:prstGeom>
          <a:noFill/>
          <a:ln>
            <a:noFill/>
          </a:ln>
        </p:spPr>
        <p:txBody>
          <a:bodyPr spcFirstLastPara="1" wrap="square" lIns="26775" tIns="26775" rIns="26775" bIns="26775" anchor="t" anchorCtr="0">
            <a:noAutofit/>
          </a:bodyPr>
          <a:lstStyle/>
          <a:p>
            <a:pPr marL="0" lvl="0" indent="0" algn="ctr" rtl="0">
              <a:spcBef>
                <a:spcPts val="0"/>
              </a:spcBef>
              <a:spcAft>
                <a:spcPts val="0"/>
              </a:spcAft>
              <a:buClr>
                <a:srgbClr val="BECBD6"/>
              </a:buClr>
              <a:buFont typeface="Open Sans"/>
              <a:buNone/>
            </a:pPr>
            <a:r>
              <a:rPr lang="en" sz="3600">
                <a:solidFill>
                  <a:srgbClr val="FFFFFF"/>
                </a:solidFill>
                <a:latin typeface="Open Sans Light"/>
                <a:ea typeface="Open Sans Light"/>
                <a:cs typeface="Open Sans Light"/>
                <a:sym typeface="Open Sans Light"/>
              </a:rPr>
              <a:t>Priceless Penny</a:t>
            </a:r>
            <a:endParaRPr sz="2400">
              <a:solidFill>
                <a:srgbClr val="BECBD6"/>
              </a:solidFill>
              <a:latin typeface="Open Sans"/>
              <a:ea typeface="Open Sans"/>
              <a:cs typeface="Open Sans"/>
              <a:sym typeface="Open Sans"/>
            </a:endParaRPr>
          </a:p>
        </p:txBody>
      </p:sp>
      <p:sp>
        <p:nvSpPr>
          <p:cNvPr id="191" name="Google Shape;191;p52"/>
          <p:cNvSpPr/>
          <p:nvPr/>
        </p:nvSpPr>
        <p:spPr>
          <a:xfrm>
            <a:off x="0" y="734900"/>
            <a:ext cx="7772400" cy="1077300"/>
          </a:xfrm>
          <a:prstGeom prst="rect">
            <a:avLst/>
          </a:prstGeom>
          <a:noFill/>
          <a:ln>
            <a:noFill/>
          </a:ln>
        </p:spPr>
        <p:txBody>
          <a:bodyPr spcFirstLastPara="1" wrap="square" lIns="26775" tIns="26775" rIns="26775" bIns="26775" anchor="ctr" anchorCtr="0">
            <a:noAutofit/>
          </a:bodyPr>
          <a:lstStyle/>
          <a:p>
            <a:pPr marL="0" lvl="0" indent="0" algn="ctr" rtl="0">
              <a:spcBef>
                <a:spcPts val="0"/>
              </a:spcBef>
              <a:spcAft>
                <a:spcPts val="0"/>
              </a:spcAft>
              <a:buClr>
                <a:srgbClr val="FFFFFF"/>
              </a:buClr>
              <a:buFont typeface="Open Sans"/>
              <a:buNone/>
            </a:pPr>
            <a:r>
              <a:rPr lang="en" sz="3600">
                <a:solidFill>
                  <a:srgbClr val="FFFFFF"/>
                </a:solidFill>
                <a:latin typeface="Open Sans Light"/>
                <a:ea typeface="Open Sans Light"/>
                <a:cs typeface="Open Sans Light"/>
                <a:sym typeface="Open Sans Light"/>
              </a:rPr>
              <a:t>Monetization Strategy</a:t>
            </a:r>
            <a:endParaRPr sz="3600">
              <a:solidFill>
                <a:srgbClr val="FFFFFF"/>
              </a:solidFill>
              <a:latin typeface="Open Sans Light"/>
              <a:ea typeface="Open Sans Light"/>
              <a:cs typeface="Open Sans Light"/>
              <a:sym typeface="Open Sans Ligh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95"/>
        <p:cNvGrpSpPr/>
        <p:nvPr/>
      </p:nvGrpSpPr>
      <p:grpSpPr>
        <a:xfrm>
          <a:off x="0" y="0"/>
          <a:ext cx="0" cy="0"/>
          <a:chOff x="0" y="0"/>
          <a:chExt cx="0" cy="0"/>
        </a:xfrm>
      </p:grpSpPr>
      <p:sp>
        <p:nvSpPr>
          <p:cNvPr id="196" name="Google Shape;196;p53"/>
          <p:cNvSpPr txBox="1">
            <a:spLocks noGrp="1"/>
          </p:cNvSpPr>
          <p:nvPr>
            <p:ph type="ctrTitle"/>
          </p:nvPr>
        </p:nvSpPr>
        <p:spPr>
          <a:xfrm>
            <a:off x="347400" y="1947675"/>
            <a:ext cx="7077600" cy="29154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4800">
                <a:solidFill>
                  <a:srgbClr val="FAFBFC"/>
                </a:solidFill>
                <a:latin typeface="Open Sans Light"/>
                <a:ea typeface="Open Sans Light"/>
                <a:cs typeface="Open Sans Light"/>
                <a:sym typeface="Open Sans Light"/>
              </a:rPr>
              <a:t>Part One:</a:t>
            </a:r>
            <a:r>
              <a:rPr lang="en" sz="4800" b="1">
                <a:solidFill>
                  <a:srgbClr val="FAFBFC"/>
                </a:solidFill>
              </a:rPr>
              <a:t> </a:t>
            </a:r>
            <a:endParaRPr sz="4800" b="1">
              <a:solidFill>
                <a:srgbClr val="FAFBFC"/>
              </a:solidFill>
            </a:endParaRPr>
          </a:p>
          <a:p>
            <a:pPr marL="0" lvl="0" indent="0" algn="l" rtl="0">
              <a:spcBef>
                <a:spcPts val="0"/>
              </a:spcBef>
              <a:spcAft>
                <a:spcPts val="0"/>
              </a:spcAft>
              <a:buNone/>
            </a:pPr>
            <a:r>
              <a:rPr lang="en" sz="4800">
                <a:solidFill>
                  <a:srgbClr val="FAFBFC"/>
                </a:solidFill>
                <a:latin typeface="Open Sans Light"/>
                <a:ea typeface="Open Sans Light"/>
                <a:cs typeface="Open Sans Light"/>
                <a:sym typeface="Open Sans Light"/>
              </a:rPr>
              <a:t>Original Pricing Scheme</a:t>
            </a:r>
            <a:endParaRPr sz="3600">
              <a:solidFill>
                <a:srgbClr val="FAFBFC"/>
              </a:solidFill>
              <a:latin typeface="Open Sans"/>
              <a:ea typeface="Open Sans"/>
              <a:cs typeface="Open Sans"/>
              <a:sym typeface="Open Sans"/>
            </a:endParaRPr>
          </a:p>
        </p:txBody>
      </p:sp>
      <p:sp>
        <p:nvSpPr>
          <p:cNvPr id="197" name="Google Shape;197;p53"/>
          <p:cNvSpPr/>
          <p:nvPr/>
        </p:nvSpPr>
        <p:spPr>
          <a:xfrm>
            <a:off x="964649" y="4818975"/>
            <a:ext cx="716700" cy="44100"/>
          </a:xfrm>
          <a:prstGeom prst="rect">
            <a:avLst/>
          </a:prstGeom>
          <a:solidFill>
            <a:srgbClr val="15C26B"/>
          </a:solidFill>
          <a:ln>
            <a:noFill/>
          </a:ln>
        </p:spPr>
        <p:txBody>
          <a:bodyPr spcFirstLastPara="1" wrap="square" lIns="26775" tIns="26775" rIns="26775" bIns="26775" anchor="ctr" anchorCtr="0">
            <a:noAutofit/>
          </a:bodyPr>
          <a:lstStyle/>
          <a:p>
            <a:pPr marL="0" marR="0" lvl="0" indent="0" algn="ctr" rtl="0">
              <a:lnSpc>
                <a:spcPct val="100000"/>
              </a:lnSpc>
              <a:spcBef>
                <a:spcPts val="0"/>
              </a:spcBef>
              <a:spcAft>
                <a:spcPts val="0"/>
              </a:spcAft>
              <a:buClr>
                <a:srgbClr val="FFFFFF"/>
              </a:buClr>
              <a:buFont typeface="Helvetica Neue"/>
              <a:buNone/>
            </a:pPr>
            <a:endParaRPr sz="1200" b="0" i="0" u="none" strike="noStrike" cap="none">
              <a:solidFill>
                <a:srgbClr val="FFFFFF"/>
              </a:solidFill>
              <a:latin typeface="Helvetica Neue"/>
              <a:ea typeface="Helvetica Neue"/>
              <a:cs typeface="Helvetica Neue"/>
              <a:sym typeface="Helvetica Neue"/>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2" name="Google Shape;202;p54"/>
          <p:cNvSpPr txBox="1">
            <a:spLocks noGrp="1"/>
          </p:cNvSpPr>
          <p:nvPr>
            <p:ph type="title"/>
          </p:nvPr>
        </p:nvSpPr>
        <p:spPr>
          <a:xfrm>
            <a:off x="264950" y="870274"/>
            <a:ext cx="7242600" cy="1213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latin typeface="Open Sans Light"/>
                <a:ea typeface="Open Sans Light"/>
                <a:cs typeface="Open Sans Light"/>
                <a:sym typeface="Open Sans Light"/>
              </a:rPr>
              <a:t>Product Description</a:t>
            </a:r>
            <a:endParaRPr>
              <a:latin typeface="Open Sans Light"/>
              <a:ea typeface="Open Sans Light"/>
              <a:cs typeface="Open Sans Light"/>
              <a:sym typeface="Open Sans Light"/>
            </a:endParaRPr>
          </a:p>
        </p:txBody>
      </p:sp>
      <p:sp>
        <p:nvSpPr>
          <p:cNvPr id="203" name="Google Shape;203;p54"/>
          <p:cNvSpPr txBox="1">
            <a:spLocks noGrp="1"/>
          </p:cNvSpPr>
          <p:nvPr>
            <p:ph type="body" idx="1"/>
          </p:nvPr>
        </p:nvSpPr>
        <p:spPr>
          <a:xfrm>
            <a:off x="264950" y="2290225"/>
            <a:ext cx="7242600" cy="6203100"/>
          </a:xfrm>
          <a:prstGeom prst="rect">
            <a:avLst/>
          </a:prstGeom>
        </p:spPr>
        <p:txBody>
          <a:bodyPr spcFirstLastPara="1" wrap="square" lIns="91425" tIns="91425" rIns="91425" bIns="91425" anchor="t" anchorCtr="0">
            <a:noAutofit/>
          </a:bodyPr>
          <a:lstStyle/>
          <a:p>
            <a:pPr marL="0" lvl="0" indent="0" algn="l" rtl="0">
              <a:spcBef>
                <a:spcPts val="1200"/>
              </a:spcBef>
              <a:spcAft>
                <a:spcPts val="0"/>
              </a:spcAft>
              <a:buClr>
                <a:schemeClr val="dk1"/>
              </a:buClr>
              <a:buSzPts val="1100"/>
              <a:buFont typeface="Arial"/>
              <a:buNone/>
            </a:pPr>
            <a:r>
              <a:rPr lang="en"/>
              <a:t>The product offered by the company is online learning in the domains of recreational and professional development. It targets individuals looking to provide employees with professional and recreational development.</a:t>
            </a:r>
            <a:endParaRPr/>
          </a:p>
          <a:p>
            <a:pPr marL="457200" lvl="0" indent="-298450" algn="l" rtl="0">
              <a:spcBef>
                <a:spcPts val="1200"/>
              </a:spcBef>
              <a:spcAft>
                <a:spcPts val="0"/>
              </a:spcAft>
              <a:buClr>
                <a:schemeClr val="dk1"/>
              </a:buClr>
              <a:buSzPts val="1100"/>
              <a:buFont typeface="Arial"/>
              <a:buChar char="●"/>
            </a:pPr>
            <a:r>
              <a:rPr lang="en"/>
              <a:t>Classes only start on the first of the month.</a:t>
            </a:r>
            <a:endParaRPr/>
          </a:p>
          <a:p>
            <a:pPr marL="457200" lvl="0" indent="-298450" algn="l" rtl="0">
              <a:spcBef>
                <a:spcPts val="0"/>
              </a:spcBef>
              <a:spcAft>
                <a:spcPts val="0"/>
              </a:spcAft>
              <a:buClr>
                <a:schemeClr val="dk1"/>
              </a:buClr>
              <a:buSzPts val="1100"/>
              <a:buFont typeface="Arial"/>
              <a:buChar char="●"/>
            </a:pPr>
            <a:r>
              <a:rPr lang="en"/>
              <a:t>Learners can choose between three paid tiers: Basic, Professional, and Premium.</a:t>
            </a:r>
            <a:endParaRPr/>
          </a:p>
          <a:p>
            <a:pPr marL="457200" lvl="0" indent="-298450" algn="l" rtl="0">
              <a:spcBef>
                <a:spcPts val="0"/>
              </a:spcBef>
              <a:spcAft>
                <a:spcPts val="0"/>
              </a:spcAft>
              <a:buClr>
                <a:schemeClr val="dk1"/>
              </a:buClr>
              <a:buSzPts val="1100"/>
              <a:buFont typeface="Arial"/>
              <a:buChar char="●"/>
            </a:pPr>
            <a:r>
              <a:rPr lang="en"/>
              <a:t>Learners can’t change their subscription during the month; they can only request the change that will take effect at the beginning of the following month (even cancellations).</a:t>
            </a:r>
            <a:endParaRPr/>
          </a:p>
          <a:p>
            <a:pPr marL="457200" lvl="0" indent="-298450" algn="l" rtl="0">
              <a:spcBef>
                <a:spcPts val="0"/>
              </a:spcBef>
              <a:spcAft>
                <a:spcPts val="0"/>
              </a:spcAft>
              <a:buClr>
                <a:schemeClr val="dk1"/>
              </a:buClr>
              <a:buSzPts val="1100"/>
              <a:buFont typeface="Arial"/>
              <a:buChar char="●"/>
            </a:pPr>
            <a:r>
              <a:rPr lang="en"/>
              <a:t>Learners pay each month, and their payment is deducted on the first day of their month when they start/continue learning.</a:t>
            </a:r>
            <a:endParaRPr/>
          </a:p>
          <a:p>
            <a:pPr marL="457200" lvl="0" indent="-298450" algn="l" rtl="0">
              <a:spcBef>
                <a:spcPts val="0"/>
              </a:spcBef>
              <a:spcAft>
                <a:spcPts val="0"/>
              </a:spcAft>
              <a:buClr>
                <a:schemeClr val="dk1"/>
              </a:buClr>
              <a:buSzPts val="1100"/>
              <a:buFont typeface="Arial"/>
              <a:buChar char="●"/>
            </a:pPr>
            <a:r>
              <a:rPr lang="en"/>
              <a:t>Free-tier learners do not cancel their accounts; they just stop using the platform.</a:t>
            </a:r>
            <a:endParaRPr/>
          </a:p>
          <a:p>
            <a:pPr marL="0" lvl="0" indent="0" algn="ctr" rtl="0">
              <a:lnSpc>
                <a:spcPct val="138000"/>
              </a:lnSpc>
              <a:spcBef>
                <a:spcPts val="1200"/>
              </a:spcBef>
              <a:spcAft>
                <a:spcPts val="0"/>
              </a:spcAft>
              <a:buNone/>
            </a:pP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07"/>
        <p:cNvGrpSpPr/>
        <p:nvPr/>
      </p:nvGrpSpPr>
      <p:grpSpPr>
        <a:xfrm>
          <a:off x="0" y="0"/>
          <a:ext cx="0" cy="0"/>
          <a:chOff x="0" y="0"/>
          <a:chExt cx="0" cy="0"/>
        </a:xfrm>
      </p:grpSpPr>
      <p:sp>
        <p:nvSpPr>
          <p:cNvPr id="208" name="Google Shape;208;p55"/>
          <p:cNvSpPr txBox="1">
            <a:spLocks noGrp="1"/>
          </p:cNvSpPr>
          <p:nvPr>
            <p:ph type="title"/>
          </p:nvPr>
        </p:nvSpPr>
        <p:spPr>
          <a:xfrm>
            <a:off x="264950" y="870274"/>
            <a:ext cx="7242600" cy="1213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latin typeface="Open Sans Light"/>
                <a:ea typeface="Open Sans Light"/>
                <a:cs typeface="Open Sans Light"/>
                <a:sym typeface="Open Sans Light"/>
              </a:rPr>
              <a:t>Acquisition channels</a:t>
            </a:r>
            <a:endParaRPr>
              <a:latin typeface="Open Sans Light"/>
              <a:ea typeface="Open Sans Light"/>
              <a:cs typeface="Open Sans Light"/>
              <a:sym typeface="Open Sans Light"/>
            </a:endParaRPr>
          </a:p>
        </p:txBody>
      </p:sp>
      <p:sp>
        <p:nvSpPr>
          <p:cNvPr id="209" name="Google Shape;209;p55"/>
          <p:cNvSpPr txBox="1">
            <a:spLocks noGrp="1"/>
          </p:cNvSpPr>
          <p:nvPr>
            <p:ph type="body" idx="1"/>
          </p:nvPr>
        </p:nvSpPr>
        <p:spPr>
          <a:xfrm>
            <a:off x="264950" y="2290225"/>
            <a:ext cx="7242600" cy="6203100"/>
          </a:xfrm>
          <a:prstGeom prst="rect">
            <a:avLst/>
          </a:prstGeom>
        </p:spPr>
        <p:txBody>
          <a:bodyPr spcFirstLastPara="1" wrap="square" lIns="91425" tIns="91425" rIns="91425" bIns="91425" anchor="t" anchorCtr="0">
            <a:noAutofit/>
          </a:bodyPr>
          <a:lstStyle/>
          <a:p>
            <a:pPr marL="0" lvl="0" indent="0" algn="l" rtl="0">
              <a:spcBef>
                <a:spcPts val="1200"/>
              </a:spcBef>
              <a:spcAft>
                <a:spcPts val="0"/>
              </a:spcAft>
              <a:buClr>
                <a:schemeClr val="dk1"/>
              </a:buClr>
              <a:buSzPts val="1100"/>
              <a:buFont typeface="Arial"/>
              <a:buNone/>
            </a:pPr>
            <a:r>
              <a:rPr lang="en"/>
              <a:t>The company has two acquisition channels:</a:t>
            </a:r>
            <a:endParaRPr/>
          </a:p>
          <a:p>
            <a:pPr marL="457200" lvl="0" indent="-298450" algn="l" rtl="0">
              <a:spcBef>
                <a:spcPts val="1200"/>
              </a:spcBef>
              <a:spcAft>
                <a:spcPts val="0"/>
              </a:spcAft>
              <a:buClr>
                <a:schemeClr val="dk1"/>
              </a:buClr>
              <a:buSzPts val="1100"/>
              <a:buFont typeface="Arial"/>
              <a:buChar char="●"/>
            </a:pPr>
            <a:r>
              <a:rPr lang="en"/>
              <a:t>Paid search: The company is not focused on optimizing its campaigns, which results in an increasing cost of CPC</a:t>
            </a:r>
            <a:endParaRPr/>
          </a:p>
          <a:p>
            <a:pPr marL="457200" lvl="0" indent="-298450" algn="l" rtl="0">
              <a:spcBef>
                <a:spcPts val="0"/>
              </a:spcBef>
              <a:spcAft>
                <a:spcPts val="0"/>
              </a:spcAft>
              <a:buClr>
                <a:schemeClr val="dk1"/>
              </a:buClr>
              <a:buSzPts val="1100"/>
              <a:buFont typeface="Arial"/>
              <a:buChar char="●"/>
            </a:pPr>
            <a:r>
              <a:rPr lang="en"/>
              <a:t>Paid referral: All learners can refer their friends, even if they are not paying customers. If they sign up for a paid plan, then both learners are instantly paid a referral bonus of 50$.</a:t>
            </a:r>
            <a:endParaRPr sz="1100">
              <a:solidFill>
                <a:schemeClr val="dk1"/>
              </a:solidFill>
              <a:latin typeface="Arial"/>
              <a:ea typeface="Arial"/>
              <a:cs typeface="Arial"/>
              <a:sym typeface="Arial"/>
            </a:endParaRPr>
          </a:p>
          <a:p>
            <a:pPr marL="0" lvl="0" indent="0" algn="l" rtl="0">
              <a:lnSpc>
                <a:spcPct val="138000"/>
              </a:lnSpc>
              <a:spcBef>
                <a:spcPts val="1200"/>
              </a:spcBef>
              <a:spcAft>
                <a:spcPts val="0"/>
              </a:spcAft>
              <a:buNone/>
            </a:pP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13"/>
        <p:cNvGrpSpPr/>
        <p:nvPr/>
      </p:nvGrpSpPr>
      <p:grpSpPr>
        <a:xfrm>
          <a:off x="0" y="0"/>
          <a:ext cx="0" cy="0"/>
          <a:chOff x="0" y="0"/>
          <a:chExt cx="0" cy="0"/>
        </a:xfrm>
      </p:grpSpPr>
      <p:sp>
        <p:nvSpPr>
          <p:cNvPr id="214" name="Google Shape;214;p56"/>
          <p:cNvSpPr txBox="1">
            <a:spLocks noGrp="1"/>
          </p:cNvSpPr>
          <p:nvPr>
            <p:ph type="title"/>
          </p:nvPr>
        </p:nvSpPr>
        <p:spPr>
          <a:xfrm>
            <a:off x="264950" y="870274"/>
            <a:ext cx="7242600" cy="1213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latin typeface="Open Sans Light"/>
                <a:ea typeface="Open Sans Light"/>
                <a:cs typeface="Open Sans Light"/>
                <a:sym typeface="Open Sans Light"/>
              </a:rPr>
              <a:t>Calculate the models</a:t>
            </a:r>
            <a:endParaRPr>
              <a:latin typeface="Open Sans Light"/>
              <a:ea typeface="Open Sans Light"/>
              <a:cs typeface="Open Sans Light"/>
              <a:sym typeface="Open Sans Light"/>
            </a:endParaRPr>
          </a:p>
        </p:txBody>
      </p:sp>
      <p:sp>
        <p:nvSpPr>
          <p:cNvPr id="215" name="Google Shape;215;p56"/>
          <p:cNvSpPr txBox="1">
            <a:spLocks noGrp="1"/>
          </p:cNvSpPr>
          <p:nvPr>
            <p:ph type="body" idx="1"/>
          </p:nvPr>
        </p:nvSpPr>
        <p:spPr>
          <a:xfrm>
            <a:off x="264950" y="2294200"/>
            <a:ext cx="7242600" cy="6199200"/>
          </a:xfrm>
          <a:prstGeom prst="rect">
            <a:avLst/>
          </a:prstGeom>
        </p:spPr>
        <p:txBody>
          <a:bodyPr spcFirstLastPara="1" wrap="square" lIns="91425" tIns="91425" rIns="91425" bIns="91425" anchor="t" anchorCtr="0">
            <a:noAutofit/>
          </a:bodyPr>
          <a:lstStyle/>
          <a:p>
            <a:pPr marL="0" lvl="0" indent="0" algn="l" rtl="0">
              <a:spcBef>
                <a:spcPts val="1200"/>
              </a:spcBef>
              <a:spcAft>
                <a:spcPts val="0"/>
              </a:spcAft>
              <a:buClr>
                <a:schemeClr val="dk1"/>
              </a:buClr>
              <a:buSzPts val="1100"/>
              <a:buFont typeface="Arial"/>
              <a:buNone/>
            </a:pPr>
            <a:r>
              <a:rPr lang="en"/>
              <a:t>You need to create the models by calculating the missing data in the Priceless Penny Project spreadsheet. It already contains all the starter data that you will need. During your work, please pay attention to the following parts from the briefing:</a:t>
            </a:r>
            <a:endParaRPr/>
          </a:p>
          <a:p>
            <a:pPr marL="457200" lvl="0" indent="-298450" algn="l" rtl="0">
              <a:spcBef>
                <a:spcPts val="1200"/>
              </a:spcBef>
              <a:spcAft>
                <a:spcPts val="0"/>
              </a:spcAft>
              <a:buClr>
                <a:schemeClr val="dk1"/>
              </a:buClr>
              <a:buSzPts val="1100"/>
              <a:buFont typeface="Arial"/>
              <a:buChar char="●"/>
            </a:pPr>
            <a:r>
              <a:rPr lang="en"/>
              <a:t>Customers change their status during a month (upgrade/downgrade/cancel), but it only takes effect at the beginning of the following month.</a:t>
            </a:r>
            <a:endParaRPr/>
          </a:p>
          <a:p>
            <a:pPr marL="457200" lvl="0" indent="-298450" algn="l" rtl="0">
              <a:spcBef>
                <a:spcPts val="0"/>
              </a:spcBef>
              <a:spcAft>
                <a:spcPts val="0"/>
              </a:spcAft>
              <a:buClr>
                <a:schemeClr val="dk1"/>
              </a:buClr>
              <a:buSzPts val="1100"/>
              <a:buFont typeface="Arial"/>
              <a:buChar char="●"/>
            </a:pPr>
            <a:r>
              <a:rPr lang="en"/>
              <a:t>Customers only pay when they start the class.</a:t>
            </a:r>
            <a:endParaRPr/>
          </a:p>
          <a:p>
            <a:pPr marL="457200" lvl="0" indent="-298450" algn="l" rtl="0">
              <a:spcBef>
                <a:spcPts val="0"/>
              </a:spcBef>
              <a:spcAft>
                <a:spcPts val="0"/>
              </a:spcAft>
              <a:buClr>
                <a:schemeClr val="dk1"/>
              </a:buClr>
              <a:buSzPts val="1100"/>
              <a:buFont typeface="Arial"/>
              <a:buChar char="●"/>
            </a:pPr>
            <a:r>
              <a:rPr lang="en"/>
              <a:t>Because no change happens during the month, the total revenue calculation does not include expansion or contraction.</a:t>
            </a:r>
            <a:endParaRPr/>
          </a:p>
          <a:p>
            <a:pPr marL="457200" lvl="0" indent="-298450" algn="l" rtl="0">
              <a:spcBef>
                <a:spcPts val="0"/>
              </a:spcBef>
              <a:spcAft>
                <a:spcPts val="0"/>
              </a:spcAft>
              <a:buClr>
                <a:schemeClr val="dk1"/>
              </a:buClr>
              <a:buSzPts val="1100"/>
              <a:buFont typeface="Arial"/>
              <a:buChar char="●"/>
            </a:pPr>
            <a:r>
              <a:rPr lang="en"/>
              <a:t>All active learners can send referral emails. The referral cost is incurred as soon as the referral signs up.</a:t>
            </a:r>
            <a:endParaRPr/>
          </a:p>
          <a:p>
            <a:pPr marL="457200" lvl="0" indent="-298450" algn="l" rtl="0">
              <a:spcBef>
                <a:spcPts val="0"/>
              </a:spcBef>
              <a:spcAft>
                <a:spcPts val="0"/>
              </a:spcAft>
              <a:buClr>
                <a:schemeClr val="dk1"/>
              </a:buClr>
              <a:buSzPts val="1100"/>
              <a:buFont typeface="Arial"/>
              <a:buChar char="●"/>
            </a:pPr>
            <a:r>
              <a:rPr lang="en"/>
              <a:t>The "Fixed Values" column contains the values you should use every month.</a:t>
            </a:r>
            <a:endParaRPr/>
          </a:p>
          <a:p>
            <a:pPr marL="457200" lvl="0" indent="-298450" algn="l" rtl="0">
              <a:spcBef>
                <a:spcPts val="0"/>
              </a:spcBef>
              <a:spcAft>
                <a:spcPts val="0"/>
              </a:spcAft>
              <a:buClr>
                <a:schemeClr val="dk1"/>
              </a:buClr>
              <a:buSzPts val="1100"/>
              <a:buFont typeface="Arial"/>
              <a:buChar char="●"/>
            </a:pPr>
            <a:r>
              <a:rPr lang="en"/>
              <a:t>Do not change any provided (blue) value except for the last part of the project.</a:t>
            </a:r>
            <a:endParaRPr/>
          </a:p>
          <a:p>
            <a:pPr marL="457200" lvl="0" indent="-298450" algn="l" rtl="0">
              <a:spcBef>
                <a:spcPts val="0"/>
              </a:spcBef>
              <a:spcAft>
                <a:spcPts val="0"/>
              </a:spcAft>
              <a:buClr>
                <a:schemeClr val="dk1"/>
              </a:buClr>
              <a:buSzPts val="1100"/>
              <a:buFont typeface="Arial"/>
              <a:buChar char="●"/>
            </a:pPr>
            <a:r>
              <a:rPr lang="en"/>
              <a:t>All the cells you need to calculate are highlighted, but if you think you need any additional ones, feel free to add them.</a:t>
            </a:r>
            <a:endParaRPr/>
          </a:p>
          <a:p>
            <a:pPr marL="457200" lvl="0" indent="-298450" algn="l" rtl="0">
              <a:spcBef>
                <a:spcPts val="0"/>
              </a:spcBef>
              <a:spcAft>
                <a:spcPts val="0"/>
              </a:spcAft>
              <a:buClr>
                <a:schemeClr val="dk1"/>
              </a:buClr>
              <a:buSzPts val="1100"/>
              <a:buFont typeface="Arial"/>
              <a:buChar char="●"/>
            </a:pPr>
            <a:r>
              <a:rPr lang="en"/>
              <a:t>Do not use any rounding in your calculations, not even for the number of students.</a:t>
            </a:r>
            <a:endParaRPr/>
          </a:p>
          <a:p>
            <a:pPr marL="0" lvl="0" indent="0" algn="l" rtl="0">
              <a:spcBef>
                <a:spcPts val="1200"/>
              </a:spcBef>
              <a:spcAft>
                <a:spcPts val="0"/>
              </a:spcAft>
              <a:buClr>
                <a:schemeClr val="dk1"/>
              </a:buClr>
              <a:buSzPts val="1100"/>
              <a:buFont typeface="Arial"/>
              <a:buNone/>
            </a:pPr>
            <a:endParaRPr/>
          </a:p>
          <a:p>
            <a:pPr marL="0" lvl="0" indent="0" algn="l" rtl="0">
              <a:lnSpc>
                <a:spcPct val="138000"/>
              </a:lnSpc>
              <a:spcBef>
                <a:spcPts val="1200"/>
              </a:spcBef>
              <a:spcAft>
                <a:spcPts val="0"/>
              </a:spcAft>
              <a:buNone/>
            </a:pP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19"/>
        <p:cNvGrpSpPr/>
        <p:nvPr/>
      </p:nvGrpSpPr>
      <p:grpSpPr>
        <a:xfrm>
          <a:off x="0" y="0"/>
          <a:ext cx="0" cy="0"/>
          <a:chOff x="0" y="0"/>
          <a:chExt cx="0" cy="0"/>
        </a:xfrm>
      </p:grpSpPr>
      <p:sp>
        <p:nvSpPr>
          <p:cNvPr id="220" name="Google Shape;220;p57"/>
          <p:cNvSpPr txBox="1">
            <a:spLocks noGrp="1"/>
          </p:cNvSpPr>
          <p:nvPr>
            <p:ph type="title"/>
          </p:nvPr>
        </p:nvSpPr>
        <p:spPr>
          <a:xfrm>
            <a:off x="264950" y="870274"/>
            <a:ext cx="7242600" cy="1213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latin typeface="Open Sans Light"/>
                <a:ea typeface="Open Sans Light"/>
                <a:cs typeface="Open Sans Light"/>
                <a:sym typeface="Open Sans Light"/>
              </a:rPr>
              <a:t>Tips for the calculations</a:t>
            </a:r>
            <a:endParaRPr>
              <a:latin typeface="Open Sans Light"/>
              <a:ea typeface="Open Sans Light"/>
              <a:cs typeface="Open Sans Light"/>
              <a:sym typeface="Open Sans Light"/>
            </a:endParaRPr>
          </a:p>
        </p:txBody>
      </p:sp>
      <p:sp>
        <p:nvSpPr>
          <p:cNvPr id="221" name="Google Shape;221;p57"/>
          <p:cNvSpPr txBox="1">
            <a:spLocks noGrp="1"/>
          </p:cNvSpPr>
          <p:nvPr>
            <p:ph type="body" idx="1"/>
          </p:nvPr>
        </p:nvSpPr>
        <p:spPr>
          <a:xfrm>
            <a:off x="264950" y="2294200"/>
            <a:ext cx="7242600" cy="6199200"/>
          </a:xfrm>
          <a:prstGeom prst="rect">
            <a:avLst/>
          </a:prstGeom>
        </p:spPr>
        <p:txBody>
          <a:bodyPr spcFirstLastPara="1" wrap="square" lIns="91425" tIns="91425" rIns="91425" bIns="91425" anchor="t" anchorCtr="0">
            <a:noAutofit/>
          </a:bodyPr>
          <a:lstStyle/>
          <a:p>
            <a:pPr marL="457200" lvl="0" indent="-342900" algn="l" rtl="0">
              <a:lnSpc>
                <a:spcPct val="138000"/>
              </a:lnSpc>
              <a:spcBef>
                <a:spcPts val="0"/>
              </a:spcBef>
              <a:spcAft>
                <a:spcPts val="0"/>
              </a:spcAft>
              <a:buSzPts val="1800"/>
              <a:buChar char="●"/>
            </a:pPr>
            <a:r>
              <a:rPr lang="en"/>
              <a:t>Use the $ sign to fix the column or the row in a formula.</a:t>
            </a:r>
            <a:endParaRPr/>
          </a:p>
          <a:p>
            <a:pPr marL="457200" lvl="0" indent="-342900" algn="l" rtl="0">
              <a:lnSpc>
                <a:spcPct val="138000"/>
              </a:lnSpc>
              <a:spcBef>
                <a:spcPts val="0"/>
              </a:spcBef>
              <a:spcAft>
                <a:spcPts val="0"/>
              </a:spcAft>
              <a:buSzPts val="1800"/>
              <a:buChar char="●"/>
            </a:pPr>
            <a:r>
              <a:rPr lang="en"/>
              <a:t>Some inputs for a given month might come from the previous month.</a:t>
            </a:r>
            <a:endParaRPr/>
          </a:p>
          <a:p>
            <a:pPr marL="457200" lvl="0" indent="-342900" algn="l" rtl="0">
              <a:lnSpc>
                <a:spcPct val="138000"/>
              </a:lnSpc>
              <a:spcBef>
                <a:spcPts val="0"/>
              </a:spcBef>
              <a:spcAft>
                <a:spcPts val="0"/>
              </a:spcAft>
              <a:buSzPts val="1800"/>
              <a:buChar char="●"/>
            </a:pPr>
            <a:r>
              <a:rPr lang="en"/>
              <a:t>Once you have a formula for a row, you can copy it to all the other columns in the row, even if the input has not been filled in for all the months yet.</a:t>
            </a:r>
            <a:endParaRPr/>
          </a:p>
          <a:p>
            <a:pPr marL="457200" lvl="0" indent="0" algn="l" rtl="0">
              <a:lnSpc>
                <a:spcPct val="138000"/>
              </a:lnSpc>
              <a:spcBef>
                <a:spcPts val="0"/>
              </a:spcBef>
              <a:spcAft>
                <a:spcPts val="0"/>
              </a:spcAft>
              <a:buNone/>
            </a:pPr>
            <a:endParaRPr/>
          </a:p>
          <a:p>
            <a:pPr marL="0" lvl="0" indent="0" algn="l" rtl="0">
              <a:lnSpc>
                <a:spcPct val="138000"/>
              </a:lnSpc>
              <a:spcBef>
                <a:spcPts val="0"/>
              </a:spcBef>
              <a:spcAft>
                <a:spcPts val="0"/>
              </a:spcAft>
              <a:buNone/>
            </a:pP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25"/>
        <p:cNvGrpSpPr/>
        <p:nvPr/>
      </p:nvGrpSpPr>
      <p:grpSpPr>
        <a:xfrm>
          <a:off x="0" y="0"/>
          <a:ext cx="0" cy="0"/>
          <a:chOff x="0" y="0"/>
          <a:chExt cx="0" cy="0"/>
        </a:xfrm>
      </p:grpSpPr>
      <p:sp>
        <p:nvSpPr>
          <p:cNvPr id="226" name="Google Shape;226;p58"/>
          <p:cNvSpPr txBox="1">
            <a:spLocks noGrp="1"/>
          </p:cNvSpPr>
          <p:nvPr>
            <p:ph type="title"/>
          </p:nvPr>
        </p:nvSpPr>
        <p:spPr>
          <a:xfrm>
            <a:off x="264950" y="870274"/>
            <a:ext cx="7242600" cy="1213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latin typeface="Open Sans Light"/>
                <a:ea typeface="Open Sans Light"/>
                <a:cs typeface="Open Sans Light"/>
                <a:sym typeface="Open Sans Light"/>
              </a:rPr>
              <a:t>Order of the calculations</a:t>
            </a:r>
            <a:endParaRPr>
              <a:latin typeface="Open Sans Light"/>
              <a:ea typeface="Open Sans Light"/>
              <a:cs typeface="Open Sans Light"/>
              <a:sym typeface="Open Sans Light"/>
            </a:endParaRPr>
          </a:p>
        </p:txBody>
      </p:sp>
      <p:sp>
        <p:nvSpPr>
          <p:cNvPr id="227" name="Google Shape;227;p58"/>
          <p:cNvSpPr txBox="1">
            <a:spLocks noGrp="1"/>
          </p:cNvSpPr>
          <p:nvPr>
            <p:ph type="body" idx="1"/>
          </p:nvPr>
        </p:nvSpPr>
        <p:spPr>
          <a:xfrm>
            <a:off x="264950" y="2294200"/>
            <a:ext cx="7242600" cy="6199200"/>
          </a:xfrm>
          <a:prstGeom prst="rect">
            <a:avLst/>
          </a:prstGeom>
        </p:spPr>
        <p:txBody>
          <a:bodyPr spcFirstLastPara="1" wrap="square" lIns="91425" tIns="91425" rIns="91425" bIns="91425" anchor="t" anchorCtr="0">
            <a:noAutofit/>
          </a:bodyPr>
          <a:lstStyle/>
          <a:p>
            <a:pPr marL="0" lvl="0" indent="0" algn="l" rtl="0">
              <a:spcBef>
                <a:spcPts val="1200"/>
              </a:spcBef>
              <a:spcAft>
                <a:spcPts val="0"/>
              </a:spcAft>
              <a:buNone/>
            </a:pPr>
            <a:r>
              <a:rPr lang="en"/>
              <a:t>Some calculation results serve as an input to others. You can do the calculations in any order you like, but if you need some help, the steps below are the ones we would follow.</a:t>
            </a:r>
            <a:endParaRPr/>
          </a:p>
          <a:p>
            <a:pPr marL="457200" lvl="0" indent="-342900" algn="l" rtl="0">
              <a:spcBef>
                <a:spcPts val="1200"/>
              </a:spcBef>
              <a:spcAft>
                <a:spcPts val="0"/>
              </a:spcAft>
              <a:buSzPts val="1800"/>
              <a:buAutoNum type="arabicPeriod"/>
            </a:pPr>
            <a:r>
              <a:rPr lang="en"/>
              <a:t>Acquisition during the month - Paid Referral</a:t>
            </a:r>
            <a:endParaRPr/>
          </a:p>
          <a:p>
            <a:pPr marL="457200" lvl="0" indent="-342900" algn="l" rtl="0">
              <a:spcBef>
                <a:spcPts val="0"/>
              </a:spcBef>
              <a:spcAft>
                <a:spcPts val="0"/>
              </a:spcAft>
              <a:buSzPts val="1800"/>
              <a:buAutoNum type="arabicPeriod"/>
            </a:pPr>
            <a:r>
              <a:rPr lang="en"/>
              <a:t>Acquisition during the month - Paid Search</a:t>
            </a:r>
            <a:endParaRPr/>
          </a:p>
          <a:p>
            <a:pPr marL="457200" lvl="0" indent="-342900" algn="l" rtl="0">
              <a:spcBef>
                <a:spcPts val="0"/>
              </a:spcBef>
              <a:spcAft>
                <a:spcPts val="0"/>
              </a:spcAft>
              <a:buSzPts val="1800"/>
              <a:buAutoNum type="arabicPeriod"/>
            </a:pPr>
            <a:r>
              <a:rPr lang="en"/>
              <a:t>Non-Paying Learners - Growth Accounting</a:t>
            </a:r>
            <a:endParaRPr/>
          </a:p>
          <a:p>
            <a:pPr marL="457200" lvl="0" indent="-342900" algn="l" rtl="0">
              <a:spcBef>
                <a:spcPts val="0"/>
              </a:spcBef>
              <a:spcAft>
                <a:spcPts val="0"/>
              </a:spcAft>
              <a:buSzPts val="1800"/>
              <a:buAutoNum type="arabicPeriod"/>
            </a:pPr>
            <a:r>
              <a:rPr lang="en"/>
              <a:t>Plan Upsell</a:t>
            </a:r>
            <a:endParaRPr/>
          </a:p>
          <a:p>
            <a:pPr marL="457200" lvl="0" indent="-342900" algn="l" rtl="0">
              <a:spcBef>
                <a:spcPts val="0"/>
              </a:spcBef>
              <a:spcAft>
                <a:spcPts val="0"/>
              </a:spcAft>
              <a:buSzPts val="1800"/>
              <a:buAutoNum type="arabicPeriod"/>
            </a:pPr>
            <a:r>
              <a:rPr lang="en"/>
              <a:t>Plan Downgrade</a:t>
            </a:r>
            <a:endParaRPr/>
          </a:p>
          <a:p>
            <a:pPr marL="457200" lvl="0" indent="-342900" algn="l" rtl="0">
              <a:spcBef>
                <a:spcPts val="0"/>
              </a:spcBef>
              <a:spcAft>
                <a:spcPts val="0"/>
              </a:spcAft>
              <a:buSzPts val="1800"/>
              <a:buAutoNum type="arabicPeriod"/>
            </a:pPr>
            <a:r>
              <a:rPr lang="en"/>
              <a:t>Plan Cancellation</a:t>
            </a:r>
            <a:endParaRPr/>
          </a:p>
          <a:p>
            <a:pPr marL="457200" lvl="0" indent="-342900" algn="l" rtl="0">
              <a:spcBef>
                <a:spcPts val="0"/>
              </a:spcBef>
              <a:spcAft>
                <a:spcPts val="0"/>
              </a:spcAft>
              <a:buSzPts val="1800"/>
              <a:buAutoNum type="arabicPeriod"/>
            </a:pPr>
            <a:r>
              <a:rPr lang="en"/>
              <a:t>Plan Change Requests by Existing Customers During the Month</a:t>
            </a:r>
            <a:endParaRPr/>
          </a:p>
          <a:p>
            <a:pPr marL="457200" lvl="0" indent="-342900" algn="l" rtl="0">
              <a:spcBef>
                <a:spcPts val="0"/>
              </a:spcBef>
              <a:spcAft>
                <a:spcPts val="0"/>
              </a:spcAft>
              <a:buSzPts val="1800"/>
              <a:buAutoNum type="arabicPeriod"/>
            </a:pPr>
            <a:r>
              <a:rPr lang="en"/>
              <a:t>Paying Learners Starting - Growth Accounting</a:t>
            </a:r>
            <a:endParaRPr/>
          </a:p>
          <a:p>
            <a:pPr marL="457200" lvl="0" indent="-342900" algn="l" rtl="0">
              <a:spcBef>
                <a:spcPts val="0"/>
              </a:spcBef>
              <a:spcAft>
                <a:spcPts val="0"/>
              </a:spcAft>
              <a:buSzPts val="1800"/>
              <a:buAutoNum type="arabicPeriod"/>
            </a:pPr>
            <a:r>
              <a:rPr lang="en"/>
              <a:t>Revenue Accounting</a:t>
            </a:r>
            <a:endParaRPr/>
          </a:p>
          <a:p>
            <a:pPr marL="457200" lvl="0" indent="-342900" algn="l" rtl="0">
              <a:spcBef>
                <a:spcPts val="0"/>
              </a:spcBef>
              <a:spcAft>
                <a:spcPts val="0"/>
              </a:spcAft>
              <a:buSzPts val="1800"/>
              <a:buAutoNum type="arabicPeriod"/>
            </a:pPr>
            <a:r>
              <a:rPr lang="en"/>
              <a:t>Cost of Goods Sale</a:t>
            </a:r>
            <a:endParaRPr/>
          </a:p>
          <a:p>
            <a:pPr marL="457200" lvl="0" indent="-342900" algn="l" rtl="0">
              <a:spcBef>
                <a:spcPts val="0"/>
              </a:spcBef>
              <a:spcAft>
                <a:spcPts val="0"/>
              </a:spcAft>
              <a:buSzPts val="1800"/>
              <a:buAutoNum type="arabicPeriod"/>
            </a:pPr>
            <a:r>
              <a:rPr lang="en"/>
              <a:t>Gross margin</a:t>
            </a:r>
            <a:endParaRPr/>
          </a:p>
          <a:p>
            <a:pPr marL="457200" lvl="0" indent="-342900" algn="l" rtl="0">
              <a:spcBef>
                <a:spcPts val="0"/>
              </a:spcBef>
              <a:spcAft>
                <a:spcPts val="0"/>
              </a:spcAft>
              <a:buSzPts val="1800"/>
              <a:buAutoNum type="arabicPeriod"/>
            </a:pPr>
            <a:r>
              <a:rPr lang="en"/>
              <a:t>Operating Expenses</a:t>
            </a:r>
            <a:endParaRPr/>
          </a:p>
          <a:p>
            <a:pPr marL="457200" lvl="0" indent="-342900" algn="l" rtl="0">
              <a:spcBef>
                <a:spcPts val="0"/>
              </a:spcBef>
              <a:spcAft>
                <a:spcPts val="0"/>
              </a:spcAft>
              <a:buSzPts val="1800"/>
              <a:buAutoNum type="arabicPeriod"/>
            </a:pPr>
            <a:r>
              <a:rPr lang="en"/>
              <a:t>Operating Margin</a:t>
            </a:r>
            <a:endParaRPr/>
          </a:p>
          <a:p>
            <a:pPr marL="0" lvl="0" indent="0" algn="l" rtl="0">
              <a:spcBef>
                <a:spcPts val="1200"/>
              </a:spcBef>
              <a:spcAft>
                <a:spcPts val="0"/>
              </a:spcAft>
              <a:buNone/>
            </a:pPr>
            <a:endParaRPr/>
          </a:p>
          <a:p>
            <a:pPr marL="457200" lvl="0" indent="0" algn="l" rtl="0">
              <a:spcBef>
                <a:spcPts val="1200"/>
              </a:spcBef>
              <a:spcAft>
                <a:spcPts val="0"/>
              </a:spcAft>
              <a:buNone/>
            </a:pPr>
            <a:endParaRPr/>
          </a:p>
          <a:p>
            <a:pPr marL="0" lvl="0" indent="0" algn="l" rtl="0">
              <a:lnSpc>
                <a:spcPct val="138000"/>
              </a:lnSpc>
              <a:spcBef>
                <a:spcPts val="1200"/>
              </a:spcBef>
              <a:spcAft>
                <a:spcPts val="0"/>
              </a:spcAft>
              <a:buNone/>
            </a:pP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31"/>
        <p:cNvGrpSpPr/>
        <p:nvPr/>
      </p:nvGrpSpPr>
      <p:grpSpPr>
        <a:xfrm>
          <a:off x="0" y="0"/>
          <a:ext cx="0" cy="0"/>
          <a:chOff x="0" y="0"/>
          <a:chExt cx="0" cy="0"/>
        </a:xfrm>
      </p:grpSpPr>
      <p:sp>
        <p:nvSpPr>
          <p:cNvPr id="232" name="Google Shape;232;p59"/>
          <p:cNvSpPr txBox="1">
            <a:spLocks noGrp="1"/>
          </p:cNvSpPr>
          <p:nvPr>
            <p:ph type="title"/>
          </p:nvPr>
        </p:nvSpPr>
        <p:spPr>
          <a:xfrm>
            <a:off x="264950" y="870274"/>
            <a:ext cx="7242600" cy="1213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latin typeface="Open Sans Light"/>
                <a:ea typeface="Open Sans Light"/>
                <a:cs typeface="Open Sans Light"/>
                <a:sym typeface="Open Sans Light"/>
              </a:rPr>
              <a:t>Check your calculations</a:t>
            </a:r>
            <a:endParaRPr>
              <a:latin typeface="Open Sans Light"/>
              <a:ea typeface="Open Sans Light"/>
              <a:cs typeface="Open Sans Light"/>
              <a:sym typeface="Open Sans Light"/>
            </a:endParaRPr>
          </a:p>
        </p:txBody>
      </p:sp>
      <p:sp>
        <p:nvSpPr>
          <p:cNvPr id="233" name="Google Shape;233;p59"/>
          <p:cNvSpPr txBox="1">
            <a:spLocks noGrp="1"/>
          </p:cNvSpPr>
          <p:nvPr>
            <p:ph type="body" idx="1"/>
          </p:nvPr>
        </p:nvSpPr>
        <p:spPr>
          <a:xfrm>
            <a:off x="264950" y="2294200"/>
            <a:ext cx="7242600" cy="6199200"/>
          </a:xfrm>
          <a:prstGeom prst="rect">
            <a:avLst/>
          </a:prstGeom>
        </p:spPr>
        <p:txBody>
          <a:bodyPr spcFirstLastPara="1" wrap="square" lIns="91425" tIns="91425" rIns="91425" bIns="91425" anchor="t" anchorCtr="0">
            <a:noAutofit/>
          </a:bodyPr>
          <a:lstStyle/>
          <a:p>
            <a:pPr marL="0" lvl="0" indent="0" algn="l" rtl="0">
              <a:spcBef>
                <a:spcPts val="1200"/>
              </a:spcBef>
              <a:spcAft>
                <a:spcPts val="0"/>
              </a:spcAft>
              <a:buClr>
                <a:schemeClr val="dk1"/>
              </a:buClr>
              <a:buSzPts val="1100"/>
              <a:buFont typeface="Arial"/>
              <a:buNone/>
            </a:pPr>
            <a:r>
              <a:rPr lang="en"/>
              <a:t>After the December 2024 column, you will find one named "Value checker". It is, by default, red, but if you fill out the row with the correct values, it will turn green. Use this indicator to ensure that your numbers for the row are correct.</a:t>
            </a:r>
            <a:endParaRPr/>
          </a:p>
          <a:p>
            <a:pPr marL="0" lvl="0" indent="0" algn="l" rtl="0">
              <a:spcBef>
                <a:spcPts val="1200"/>
              </a:spcBef>
              <a:spcAft>
                <a:spcPts val="1200"/>
              </a:spcAft>
              <a:buNone/>
            </a:pPr>
            <a:r>
              <a:rPr lang="en"/>
              <a:t>It only checks the December 2024 value; therefore, it will only work once the whole row is filled with the final data. You mustn't round any numbers in your calculations, as the checker would not work with that.</a:t>
            </a: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37"/>
        <p:cNvGrpSpPr/>
        <p:nvPr/>
      </p:nvGrpSpPr>
      <p:grpSpPr>
        <a:xfrm>
          <a:off x="0" y="0"/>
          <a:ext cx="0" cy="0"/>
          <a:chOff x="0" y="0"/>
          <a:chExt cx="0" cy="0"/>
        </a:xfrm>
      </p:grpSpPr>
      <p:sp>
        <p:nvSpPr>
          <p:cNvPr id="238" name="Google Shape;238;p60"/>
          <p:cNvSpPr txBox="1">
            <a:spLocks noGrp="1"/>
          </p:cNvSpPr>
          <p:nvPr>
            <p:ph type="ctrTitle"/>
          </p:nvPr>
        </p:nvSpPr>
        <p:spPr>
          <a:xfrm>
            <a:off x="347400" y="1947675"/>
            <a:ext cx="7077600" cy="29154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4800">
                <a:solidFill>
                  <a:srgbClr val="FAFBFC"/>
                </a:solidFill>
                <a:latin typeface="Open Sans Light"/>
                <a:ea typeface="Open Sans Light"/>
                <a:cs typeface="Open Sans Light"/>
                <a:sym typeface="Open Sans Light"/>
              </a:rPr>
              <a:t>Part Two:</a:t>
            </a:r>
            <a:r>
              <a:rPr lang="en" sz="4800" b="1">
                <a:solidFill>
                  <a:srgbClr val="FAFBFC"/>
                </a:solidFill>
              </a:rPr>
              <a:t> </a:t>
            </a:r>
            <a:endParaRPr sz="4800" b="1">
              <a:solidFill>
                <a:srgbClr val="FAFBFC"/>
              </a:solidFill>
            </a:endParaRPr>
          </a:p>
          <a:p>
            <a:pPr marL="0" lvl="0" indent="0" algn="l" rtl="0">
              <a:spcBef>
                <a:spcPts val="0"/>
              </a:spcBef>
              <a:spcAft>
                <a:spcPts val="0"/>
              </a:spcAft>
              <a:buNone/>
            </a:pPr>
            <a:r>
              <a:rPr lang="en" sz="4800">
                <a:solidFill>
                  <a:srgbClr val="FAFBFC"/>
                </a:solidFill>
                <a:latin typeface="Open Sans Light"/>
                <a:ea typeface="Open Sans Light"/>
                <a:cs typeface="Open Sans Light"/>
                <a:sym typeface="Open Sans Light"/>
              </a:rPr>
              <a:t>Insights from the data</a:t>
            </a:r>
            <a:endParaRPr sz="3600">
              <a:solidFill>
                <a:srgbClr val="FAFBFC"/>
              </a:solidFill>
              <a:latin typeface="Open Sans"/>
              <a:ea typeface="Open Sans"/>
              <a:cs typeface="Open Sans"/>
              <a:sym typeface="Open Sans"/>
            </a:endParaRPr>
          </a:p>
        </p:txBody>
      </p:sp>
      <p:sp>
        <p:nvSpPr>
          <p:cNvPr id="239" name="Google Shape;239;p60"/>
          <p:cNvSpPr/>
          <p:nvPr/>
        </p:nvSpPr>
        <p:spPr>
          <a:xfrm>
            <a:off x="964649" y="4818975"/>
            <a:ext cx="716700" cy="44100"/>
          </a:xfrm>
          <a:prstGeom prst="rect">
            <a:avLst/>
          </a:prstGeom>
          <a:solidFill>
            <a:srgbClr val="15C26B"/>
          </a:solidFill>
          <a:ln>
            <a:noFill/>
          </a:ln>
        </p:spPr>
        <p:txBody>
          <a:bodyPr spcFirstLastPara="1" wrap="square" lIns="26775" tIns="26775" rIns="26775" bIns="26775" anchor="ctr" anchorCtr="0">
            <a:noAutofit/>
          </a:bodyPr>
          <a:lstStyle/>
          <a:p>
            <a:pPr marL="0" marR="0" lvl="0" indent="0" algn="ctr" rtl="0">
              <a:lnSpc>
                <a:spcPct val="100000"/>
              </a:lnSpc>
              <a:spcBef>
                <a:spcPts val="0"/>
              </a:spcBef>
              <a:spcAft>
                <a:spcPts val="0"/>
              </a:spcAft>
              <a:buClr>
                <a:srgbClr val="FFFFFF"/>
              </a:buClr>
              <a:buFont typeface="Helvetica Neue"/>
              <a:buNone/>
            </a:pPr>
            <a:endParaRPr sz="1200" b="0" i="0" u="none" strike="noStrike" cap="none">
              <a:solidFill>
                <a:srgbClr val="FFFFFF"/>
              </a:solidFill>
              <a:latin typeface="Helvetica Neue"/>
              <a:ea typeface="Helvetica Neue"/>
              <a:cs typeface="Helvetica Neue"/>
              <a:sym typeface="Helvetica Neue"/>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43"/>
        <p:cNvGrpSpPr/>
        <p:nvPr/>
      </p:nvGrpSpPr>
      <p:grpSpPr>
        <a:xfrm>
          <a:off x="0" y="0"/>
          <a:ext cx="0" cy="0"/>
          <a:chOff x="0" y="0"/>
          <a:chExt cx="0" cy="0"/>
        </a:xfrm>
      </p:grpSpPr>
      <p:sp>
        <p:nvSpPr>
          <p:cNvPr id="244" name="Google Shape;244;p61"/>
          <p:cNvSpPr txBox="1">
            <a:spLocks noGrp="1"/>
          </p:cNvSpPr>
          <p:nvPr>
            <p:ph type="title"/>
          </p:nvPr>
        </p:nvSpPr>
        <p:spPr>
          <a:xfrm>
            <a:off x="61150" y="870275"/>
            <a:ext cx="7446300" cy="1119900"/>
          </a:xfrm>
          <a:prstGeom prst="rect">
            <a:avLst/>
          </a:prstGeom>
        </p:spPr>
        <p:txBody>
          <a:bodyPr spcFirstLastPara="1" wrap="square" lIns="91425" tIns="91425" rIns="91425" bIns="91425" anchor="ctr" anchorCtr="0">
            <a:noAutofit/>
          </a:bodyPr>
          <a:lstStyle/>
          <a:p>
            <a:pPr marL="0" marR="0" lvl="0" indent="0" algn="l" rtl="0">
              <a:lnSpc>
                <a:spcPct val="115000"/>
              </a:lnSpc>
              <a:spcBef>
                <a:spcPts val="0"/>
              </a:spcBef>
              <a:spcAft>
                <a:spcPts val="0"/>
              </a:spcAft>
              <a:buNone/>
            </a:pPr>
            <a:r>
              <a:rPr lang="en" sz="3200">
                <a:solidFill>
                  <a:srgbClr val="02B3E4"/>
                </a:solidFill>
                <a:latin typeface="Open Sans Light"/>
                <a:ea typeface="Open Sans Light"/>
                <a:cs typeface="Open Sans Light"/>
                <a:sym typeface="Open Sans Light"/>
              </a:rPr>
              <a:t>Customer Sign Ups in 2024</a:t>
            </a:r>
            <a:endParaRPr sz="3200">
              <a:solidFill>
                <a:srgbClr val="02B3E4"/>
              </a:solidFill>
              <a:latin typeface="Open Sans Light"/>
              <a:ea typeface="Open Sans Light"/>
              <a:cs typeface="Open Sans Light"/>
              <a:sym typeface="Open Sans Light"/>
            </a:endParaRPr>
          </a:p>
        </p:txBody>
      </p:sp>
      <p:sp>
        <p:nvSpPr>
          <p:cNvPr id="245" name="Google Shape;245;p61"/>
          <p:cNvSpPr txBox="1">
            <a:spLocks noGrp="1"/>
          </p:cNvSpPr>
          <p:nvPr>
            <p:ph type="body" idx="1"/>
          </p:nvPr>
        </p:nvSpPr>
        <p:spPr>
          <a:xfrm>
            <a:off x="30600" y="7443625"/>
            <a:ext cx="7711200" cy="2197500"/>
          </a:xfrm>
          <a:prstGeom prst="rect">
            <a:avLst/>
          </a:prstGeom>
        </p:spPr>
        <p:txBody>
          <a:bodyPr spcFirstLastPara="1" wrap="square" lIns="91425" tIns="91425" rIns="91425" bIns="91425" anchor="t" anchorCtr="0">
            <a:noAutofit/>
          </a:bodyPr>
          <a:lstStyle/>
          <a:p>
            <a:pPr marL="0" lvl="0" indent="0" algn="l" rtl="0">
              <a:spcBef>
                <a:spcPts val="1200"/>
              </a:spcBef>
              <a:spcAft>
                <a:spcPts val="0"/>
              </a:spcAft>
              <a:buNone/>
            </a:pPr>
            <a:r>
              <a:rPr lang="en-US" i="1">
                <a:latin typeface="Open Sans Light"/>
                <a:ea typeface="Open Sans Light"/>
                <a:cs typeface="Open Sans Light"/>
                <a:sym typeface="Open Sans Light"/>
              </a:rPr>
              <a:t>Free-tier sign-ups make up the majority of new customers in 2024. Among paid plans, Basic is the largest entry tier, followed by Professional and Premium.</a:t>
            </a:r>
            <a:endParaRPr i="1">
              <a:latin typeface="Open Sans Light"/>
              <a:ea typeface="Open Sans Light"/>
              <a:cs typeface="Open Sans Light"/>
              <a:sym typeface="Open Sans Light"/>
            </a:endParaRPr>
          </a:p>
        </p:txBody>
      </p:sp>
      <p:pic>
        <p:nvPicPr>
          <p:cNvPr id="4" name="Picture 3">
            <a:extLst>
              <a:ext uri="{FF2B5EF4-FFF2-40B4-BE49-F238E27FC236}">
                <a16:creationId xmlns:a16="http://schemas.microsoft.com/office/drawing/2014/main" id="{1DA3A68A-2225-9134-3A2F-2E80EAD0298C}"/>
              </a:ext>
            </a:extLst>
          </p:cNvPr>
          <p:cNvPicPr>
            <a:picLocks/>
          </p:cNvPicPr>
          <p:nvPr/>
        </p:nvPicPr>
        <p:blipFill>
          <a:blip r:embed="rId3"/>
          <a:stretch>
            <a:fillRect/>
          </a:stretch>
        </p:blipFill>
        <p:spPr>
          <a:xfrm>
            <a:off x="30599" y="2552700"/>
            <a:ext cx="7711199" cy="43307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50"/>
        <p:cNvGrpSpPr/>
        <p:nvPr/>
      </p:nvGrpSpPr>
      <p:grpSpPr>
        <a:xfrm>
          <a:off x="0" y="0"/>
          <a:ext cx="0" cy="0"/>
          <a:chOff x="0" y="0"/>
          <a:chExt cx="0" cy="0"/>
        </a:xfrm>
      </p:grpSpPr>
      <p:sp>
        <p:nvSpPr>
          <p:cNvPr id="251" name="Google Shape;251;p62"/>
          <p:cNvSpPr txBox="1">
            <a:spLocks noGrp="1"/>
          </p:cNvSpPr>
          <p:nvPr>
            <p:ph type="title"/>
          </p:nvPr>
        </p:nvSpPr>
        <p:spPr>
          <a:xfrm>
            <a:off x="61150" y="870275"/>
            <a:ext cx="7446300" cy="1119900"/>
          </a:xfrm>
          <a:prstGeom prst="rect">
            <a:avLst/>
          </a:prstGeom>
        </p:spPr>
        <p:txBody>
          <a:bodyPr spcFirstLastPara="1" wrap="square" lIns="91425" tIns="91425" rIns="91425" bIns="91425" anchor="ctr" anchorCtr="0">
            <a:noAutofit/>
          </a:bodyPr>
          <a:lstStyle/>
          <a:p>
            <a:pPr marL="0" marR="0" lvl="0" indent="0" algn="l" rtl="0">
              <a:lnSpc>
                <a:spcPct val="115000"/>
              </a:lnSpc>
              <a:spcBef>
                <a:spcPts val="0"/>
              </a:spcBef>
              <a:spcAft>
                <a:spcPts val="0"/>
              </a:spcAft>
              <a:buNone/>
            </a:pPr>
            <a:r>
              <a:rPr lang="en" sz="3200">
                <a:solidFill>
                  <a:srgbClr val="02B3E4"/>
                </a:solidFill>
                <a:latin typeface="Open Sans Light"/>
                <a:ea typeface="Open Sans Light"/>
                <a:cs typeface="Open Sans Light"/>
                <a:sym typeface="Open Sans Light"/>
              </a:rPr>
              <a:t>Revenue from different tiers in 2024</a:t>
            </a:r>
            <a:endParaRPr sz="3200">
              <a:solidFill>
                <a:srgbClr val="02B3E4"/>
              </a:solidFill>
              <a:latin typeface="Open Sans Light"/>
              <a:ea typeface="Open Sans Light"/>
              <a:cs typeface="Open Sans Light"/>
              <a:sym typeface="Open Sans Light"/>
            </a:endParaRPr>
          </a:p>
        </p:txBody>
      </p:sp>
      <p:sp>
        <p:nvSpPr>
          <p:cNvPr id="252" name="Google Shape;252;p62"/>
          <p:cNvSpPr txBox="1">
            <a:spLocks noGrp="1"/>
          </p:cNvSpPr>
          <p:nvPr>
            <p:ph type="body" idx="1"/>
          </p:nvPr>
        </p:nvSpPr>
        <p:spPr>
          <a:xfrm>
            <a:off x="30600" y="7443625"/>
            <a:ext cx="7711200" cy="2197500"/>
          </a:xfrm>
          <a:prstGeom prst="rect">
            <a:avLst/>
          </a:prstGeom>
        </p:spPr>
        <p:txBody>
          <a:bodyPr spcFirstLastPara="1" wrap="square" lIns="91425" tIns="91425" rIns="91425" bIns="91425" anchor="t" anchorCtr="0">
            <a:noAutofit/>
          </a:bodyPr>
          <a:lstStyle/>
          <a:p>
            <a:pPr marL="0" lvl="0" indent="0" algn="l" rtl="0">
              <a:spcBef>
                <a:spcPts val="1200"/>
              </a:spcBef>
              <a:spcAft>
                <a:spcPts val="0"/>
              </a:spcAft>
              <a:buNone/>
            </a:pPr>
            <a:r>
              <a:rPr lang="en-US" i="1">
                <a:latin typeface="Open Sans Light"/>
                <a:ea typeface="Open Sans Light"/>
                <a:cs typeface="Open Sans Light"/>
                <a:sym typeface="Open Sans Light"/>
              </a:rPr>
              <a:t>Revenue is led by the Professional and Basic plans. The paid-tier mix shows why retaining and upgrading learners is essential as acquisition spending increases.</a:t>
            </a:r>
            <a:endParaRPr i="1">
              <a:latin typeface="Open Sans Light"/>
              <a:ea typeface="Open Sans Light"/>
              <a:cs typeface="Open Sans Light"/>
              <a:sym typeface="Open Sans Light"/>
            </a:endParaRPr>
          </a:p>
        </p:txBody>
      </p:sp>
      <p:pic>
        <p:nvPicPr>
          <p:cNvPr id="3" name="Picture 2">
            <a:extLst>
              <a:ext uri="{FF2B5EF4-FFF2-40B4-BE49-F238E27FC236}">
                <a16:creationId xmlns:a16="http://schemas.microsoft.com/office/drawing/2014/main" id="{A71A68B5-B96E-13D9-1D93-D6E1B4D4C104}"/>
              </a:ext>
            </a:extLst>
          </p:cNvPr>
          <p:cNvPicPr>
            <a:picLocks/>
          </p:cNvPicPr>
          <p:nvPr/>
        </p:nvPicPr>
        <p:blipFill>
          <a:blip r:embed="rId3"/>
          <a:stretch>
            <a:fillRect/>
          </a:stretch>
        </p:blipFill>
        <p:spPr>
          <a:xfrm>
            <a:off x="596900" y="2552700"/>
            <a:ext cx="6350000" cy="43307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57"/>
        <p:cNvGrpSpPr/>
        <p:nvPr/>
      </p:nvGrpSpPr>
      <p:grpSpPr>
        <a:xfrm>
          <a:off x="0" y="0"/>
          <a:ext cx="0" cy="0"/>
          <a:chOff x="0" y="0"/>
          <a:chExt cx="0" cy="0"/>
        </a:xfrm>
      </p:grpSpPr>
      <p:sp>
        <p:nvSpPr>
          <p:cNvPr id="258" name="Google Shape;258;p63"/>
          <p:cNvSpPr txBox="1">
            <a:spLocks noGrp="1"/>
          </p:cNvSpPr>
          <p:nvPr>
            <p:ph type="title"/>
          </p:nvPr>
        </p:nvSpPr>
        <p:spPr>
          <a:xfrm>
            <a:off x="61150" y="870275"/>
            <a:ext cx="7446300" cy="1119900"/>
          </a:xfrm>
          <a:prstGeom prst="rect">
            <a:avLst/>
          </a:prstGeom>
        </p:spPr>
        <p:txBody>
          <a:bodyPr spcFirstLastPara="1" wrap="square" lIns="91425" tIns="91425" rIns="91425" bIns="91425" anchor="ctr" anchorCtr="0">
            <a:noAutofit/>
          </a:bodyPr>
          <a:lstStyle/>
          <a:p>
            <a:pPr marL="0" marR="0" lvl="0" indent="0" algn="l" rtl="0">
              <a:lnSpc>
                <a:spcPct val="115000"/>
              </a:lnSpc>
              <a:spcBef>
                <a:spcPts val="0"/>
              </a:spcBef>
              <a:spcAft>
                <a:spcPts val="0"/>
              </a:spcAft>
              <a:buNone/>
            </a:pPr>
            <a:r>
              <a:rPr lang="en" sz="3200">
                <a:solidFill>
                  <a:srgbClr val="02B3E4"/>
                </a:solidFill>
                <a:latin typeface="Open Sans Light"/>
                <a:ea typeface="Open Sans Light"/>
                <a:cs typeface="Open Sans Light"/>
                <a:sym typeface="Open Sans Light"/>
              </a:rPr>
              <a:t>Operating Profit in 2024</a:t>
            </a:r>
            <a:endParaRPr sz="3200">
              <a:solidFill>
                <a:srgbClr val="02B3E4"/>
              </a:solidFill>
              <a:latin typeface="Open Sans Light"/>
              <a:ea typeface="Open Sans Light"/>
              <a:cs typeface="Open Sans Light"/>
              <a:sym typeface="Open Sans Light"/>
            </a:endParaRPr>
          </a:p>
        </p:txBody>
      </p:sp>
      <p:sp>
        <p:nvSpPr>
          <p:cNvPr id="259" name="Google Shape;259;p63"/>
          <p:cNvSpPr txBox="1">
            <a:spLocks noGrp="1"/>
          </p:cNvSpPr>
          <p:nvPr>
            <p:ph type="body" idx="1"/>
          </p:nvPr>
        </p:nvSpPr>
        <p:spPr>
          <a:xfrm>
            <a:off x="30600" y="7443625"/>
            <a:ext cx="7711200" cy="2197500"/>
          </a:xfrm>
          <a:prstGeom prst="rect">
            <a:avLst/>
          </a:prstGeom>
        </p:spPr>
        <p:txBody>
          <a:bodyPr spcFirstLastPara="1" wrap="square" lIns="91425" tIns="91425" rIns="91425" bIns="91425" anchor="t" anchorCtr="0">
            <a:noAutofit/>
          </a:bodyPr>
          <a:lstStyle/>
          <a:p>
            <a:pPr marL="0" lvl="0" indent="0" algn="l" rtl="0">
              <a:spcBef>
                <a:spcPts val="1200"/>
              </a:spcBef>
              <a:spcAft>
                <a:spcPts val="0"/>
              </a:spcAft>
              <a:buNone/>
            </a:pPr>
            <a:r>
              <a:rPr lang="en-US" i="1">
                <a:latin typeface="Open Sans Light"/>
                <a:ea typeface="Open Sans Light"/>
                <a:cs typeface="Open Sans Light"/>
                <a:sym typeface="Open Sans Light"/>
              </a:rPr>
              <a:t>Operating profit declines over 2024 as the paid customer base contracts while advertising spend rises. Retention and upsell conversion therefore offer the clearest profit levers.</a:t>
            </a:r>
            <a:endParaRPr i="1">
              <a:latin typeface="Open Sans Light"/>
              <a:ea typeface="Open Sans Light"/>
              <a:cs typeface="Open Sans Light"/>
              <a:sym typeface="Open Sans Light"/>
            </a:endParaRPr>
          </a:p>
        </p:txBody>
      </p:sp>
      <p:pic>
        <p:nvPicPr>
          <p:cNvPr id="4" name="Picture 3">
            <a:extLst>
              <a:ext uri="{FF2B5EF4-FFF2-40B4-BE49-F238E27FC236}">
                <a16:creationId xmlns:a16="http://schemas.microsoft.com/office/drawing/2014/main" id="{9FD4EC7D-4DDE-9A33-9F4E-6F5311A11D33}"/>
              </a:ext>
            </a:extLst>
          </p:cNvPr>
          <p:cNvPicPr>
            <a:picLocks/>
          </p:cNvPicPr>
          <p:nvPr/>
        </p:nvPicPr>
        <p:blipFill>
          <a:blip r:embed="rId3"/>
          <a:stretch>
            <a:fillRect/>
          </a:stretch>
        </p:blipFill>
        <p:spPr>
          <a:xfrm>
            <a:off x="596900" y="2552700"/>
            <a:ext cx="6350000" cy="43307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64"/>
        <p:cNvGrpSpPr/>
        <p:nvPr/>
      </p:nvGrpSpPr>
      <p:grpSpPr>
        <a:xfrm>
          <a:off x="0" y="0"/>
          <a:ext cx="0" cy="0"/>
          <a:chOff x="0" y="0"/>
          <a:chExt cx="0" cy="0"/>
        </a:xfrm>
      </p:grpSpPr>
      <p:sp>
        <p:nvSpPr>
          <p:cNvPr id="265" name="Google Shape;265;p64"/>
          <p:cNvSpPr txBox="1">
            <a:spLocks noGrp="1"/>
          </p:cNvSpPr>
          <p:nvPr>
            <p:ph type="ctrTitle"/>
          </p:nvPr>
        </p:nvSpPr>
        <p:spPr>
          <a:xfrm>
            <a:off x="347400" y="1947675"/>
            <a:ext cx="7077600" cy="29154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4800">
                <a:solidFill>
                  <a:srgbClr val="FAFBFC"/>
                </a:solidFill>
                <a:latin typeface="Open Sans Light"/>
                <a:ea typeface="Open Sans Light"/>
                <a:cs typeface="Open Sans Light"/>
                <a:sym typeface="Open Sans Light"/>
              </a:rPr>
              <a:t>Part Three:</a:t>
            </a:r>
            <a:r>
              <a:rPr lang="en" sz="4800" b="1">
                <a:solidFill>
                  <a:srgbClr val="FAFBFC"/>
                </a:solidFill>
              </a:rPr>
              <a:t> </a:t>
            </a:r>
            <a:endParaRPr sz="4800" b="1">
              <a:solidFill>
                <a:srgbClr val="FAFBFC"/>
              </a:solidFill>
            </a:endParaRPr>
          </a:p>
          <a:p>
            <a:pPr marL="0" lvl="0" indent="0" algn="l" rtl="0">
              <a:spcBef>
                <a:spcPts val="0"/>
              </a:spcBef>
              <a:spcAft>
                <a:spcPts val="0"/>
              </a:spcAft>
              <a:buNone/>
            </a:pPr>
            <a:r>
              <a:rPr lang="en" sz="4800">
                <a:solidFill>
                  <a:srgbClr val="FAFBFC"/>
                </a:solidFill>
                <a:latin typeface="Open Sans Light"/>
                <a:ea typeface="Open Sans Light"/>
                <a:cs typeface="Open Sans Light"/>
                <a:sym typeface="Open Sans Light"/>
              </a:rPr>
              <a:t>Recommendations</a:t>
            </a:r>
            <a:endParaRPr sz="3600">
              <a:solidFill>
                <a:srgbClr val="FAFBFC"/>
              </a:solidFill>
              <a:latin typeface="Open Sans"/>
              <a:ea typeface="Open Sans"/>
              <a:cs typeface="Open Sans"/>
              <a:sym typeface="Open Sans"/>
            </a:endParaRPr>
          </a:p>
        </p:txBody>
      </p:sp>
      <p:sp>
        <p:nvSpPr>
          <p:cNvPr id="266" name="Google Shape;266;p64"/>
          <p:cNvSpPr/>
          <p:nvPr/>
        </p:nvSpPr>
        <p:spPr>
          <a:xfrm>
            <a:off x="964649" y="4818975"/>
            <a:ext cx="716700" cy="44100"/>
          </a:xfrm>
          <a:prstGeom prst="rect">
            <a:avLst/>
          </a:prstGeom>
          <a:solidFill>
            <a:srgbClr val="15C26B"/>
          </a:solidFill>
          <a:ln>
            <a:noFill/>
          </a:ln>
        </p:spPr>
        <p:txBody>
          <a:bodyPr spcFirstLastPara="1" wrap="square" lIns="26775" tIns="26775" rIns="26775" bIns="26775" anchor="ctr" anchorCtr="0">
            <a:noAutofit/>
          </a:bodyPr>
          <a:lstStyle/>
          <a:p>
            <a:pPr marL="0" marR="0" lvl="0" indent="0" algn="ctr" rtl="0">
              <a:lnSpc>
                <a:spcPct val="100000"/>
              </a:lnSpc>
              <a:spcBef>
                <a:spcPts val="0"/>
              </a:spcBef>
              <a:spcAft>
                <a:spcPts val="0"/>
              </a:spcAft>
              <a:buClr>
                <a:srgbClr val="FFFFFF"/>
              </a:buClr>
              <a:buFont typeface="Helvetica Neue"/>
              <a:buNone/>
            </a:pPr>
            <a:endParaRPr sz="1200" b="0" i="0" u="none" strike="noStrike" cap="none">
              <a:solidFill>
                <a:srgbClr val="FFFFFF"/>
              </a:solidFill>
              <a:latin typeface="Helvetica Neue"/>
              <a:ea typeface="Helvetica Neue"/>
              <a:cs typeface="Helvetica Neue"/>
              <a:sym typeface="Helvetica Neue"/>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0"/>
        <p:cNvGrpSpPr/>
        <p:nvPr/>
      </p:nvGrpSpPr>
      <p:grpSpPr>
        <a:xfrm>
          <a:off x="0" y="0"/>
          <a:ext cx="0" cy="0"/>
          <a:chOff x="0" y="0"/>
          <a:chExt cx="0" cy="0"/>
        </a:xfrm>
      </p:grpSpPr>
      <p:sp>
        <p:nvSpPr>
          <p:cNvPr id="271" name="Google Shape;271;p65"/>
          <p:cNvSpPr txBox="1">
            <a:spLocks noGrp="1"/>
          </p:cNvSpPr>
          <p:nvPr>
            <p:ph type="title"/>
          </p:nvPr>
        </p:nvSpPr>
        <p:spPr>
          <a:xfrm>
            <a:off x="264945" y="870271"/>
            <a:ext cx="7242600" cy="1119900"/>
          </a:xfrm>
          <a:prstGeom prst="rect">
            <a:avLst/>
          </a:prstGeom>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r>
              <a:rPr lang="en" sz="3200">
                <a:solidFill>
                  <a:srgbClr val="02B3E4"/>
                </a:solidFill>
                <a:latin typeface="Open Sans Light"/>
                <a:ea typeface="Open Sans Light"/>
                <a:cs typeface="Open Sans Light"/>
                <a:sym typeface="Open Sans Light"/>
              </a:rPr>
              <a:t>Recommendation 1</a:t>
            </a:r>
            <a:endParaRPr sz="3100">
              <a:solidFill>
                <a:srgbClr val="02B3E4"/>
              </a:solidFill>
              <a:latin typeface="Open Sans Light"/>
              <a:ea typeface="Open Sans Light"/>
              <a:cs typeface="Open Sans Light"/>
              <a:sym typeface="Open Sans Light"/>
            </a:endParaRPr>
          </a:p>
        </p:txBody>
      </p:sp>
      <p:graphicFrame>
        <p:nvGraphicFramePr>
          <p:cNvPr id="272" name="Google Shape;272;p65"/>
          <p:cNvGraphicFramePr/>
          <p:nvPr>
            <p:extLst>
              <p:ext uri="{D42A27DB-BD31-4B8C-83A1-F6EECF244321}">
                <p14:modId xmlns:p14="http://schemas.microsoft.com/office/powerpoint/2010/main" val="3061182767"/>
              </p:ext>
            </p:extLst>
          </p:nvPr>
        </p:nvGraphicFramePr>
        <p:xfrm>
          <a:off x="345025" y="2045263"/>
          <a:ext cx="6980100" cy="6013960"/>
        </p:xfrm>
        <a:graphic>
          <a:graphicData uri="http://schemas.openxmlformats.org/drawingml/2006/table">
            <a:tbl>
              <a:tblPr>
                <a:noFill/>
                <a:tableStyleId>{DC04B12C-35B8-47E3-BA77-BEDA0C5A35F9}</a:tableStyleId>
              </a:tblPr>
              <a:tblGrid>
                <a:gridCol w="2326700">
                  <a:extLst>
                    <a:ext uri="{9D8B030D-6E8A-4147-A177-3AD203B41FA5}">
                      <a16:colId xmlns:a16="http://schemas.microsoft.com/office/drawing/2014/main" val="20000"/>
                    </a:ext>
                  </a:extLst>
                </a:gridCol>
                <a:gridCol w="1925950">
                  <a:extLst>
                    <a:ext uri="{9D8B030D-6E8A-4147-A177-3AD203B41FA5}">
                      <a16:colId xmlns:a16="http://schemas.microsoft.com/office/drawing/2014/main" val="20001"/>
                    </a:ext>
                  </a:extLst>
                </a:gridCol>
                <a:gridCol w="2727450">
                  <a:extLst>
                    <a:ext uri="{9D8B030D-6E8A-4147-A177-3AD203B41FA5}">
                      <a16:colId xmlns:a16="http://schemas.microsoft.com/office/drawing/2014/main" val="20002"/>
                    </a:ext>
                  </a:extLst>
                </a:gridCol>
              </a:tblGrid>
              <a:tr h="947650">
                <a:tc gridSpan="3">
                  <a:txBody>
                    <a:bodyPr/>
                    <a:lstStyle/>
                    <a:p>
                      <a:pPr marL="0" lvl="0" indent="0" algn="l" rtl="0">
                        <a:lnSpc>
                          <a:spcPct val="100000"/>
                        </a:lnSpc>
                        <a:spcBef>
                          <a:spcPts val="0"/>
                        </a:spcBef>
                        <a:spcAft>
                          <a:spcPts val="1600"/>
                        </a:spcAft>
                        <a:buNone/>
                      </a:pPr>
                      <a:r>
                        <a:rPr lang="en-US" sz="1800">
                          <a:solidFill>
                            <a:srgbClr val="525C65"/>
                          </a:solidFill>
                          <a:latin typeface="Open Sans Light"/>
                          <a:ea typeface="Open Sans Light"/>
                          <a:cs typeface="Open Sans Light"/>
                          <a:sym typeface="Open Sans Light"/>
                        </a:rPr>
                        <a:t>Reduce Professional cancellation-start rate from 45% to 35%.</a:t>
                      </a:r>
                      <a:endParaRPr sz="1800">
                        <a:solidFill>
                          <a:srgbClr val="525C65"/>
                        </a:solidFill>
                        <a:latin typeface="Open Sans Light"/>
                        <a:ea typeface="Open Sans Light"/>
                        <a:cs typeface="Open Sans Light"/>
                        <a:sym typeface="Open Sans Light"/>
                      </a:endParaRPr>
                    </a:p>
                  </a:txBody>
                  <a:tcPr marL="91425" marR="91425" marT="91425" marB="91425"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chemeClr val="lt1"/>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3542400">
                <a:tc gridSpan="3">
                  <a:txBody>
                    <a:bodyPr/>
                    <a:lstStyle/>
                    <a:p>
                      <a:pPr marL="0" lvl="0" indent="0" algn="l" rtl="0">
                        <a:spcBef>
                          <a:spcPts val="0"/>
                        </a:spcBef>
                        <a:spcAft>
                          <a:spcPts val="0"/>
                        </a:spcAft>
                        <a:buNone/>
                      </a:pPr>
                      <a:r>
                        <a:rPr lang="en-US" sz="1800">
                          <a:solidFill>
                            <a:srgbClr val="525C65"/>
                          </a:solidFill>
                          <a:latin typeface="Open Sans Light"/>
                          <a:ea typeface="Open Sans Light"/>
                          <a:cs typeface="Open Sans Light"/>
                          <a:sym typeface="Open Sans Light"/>
                        </a:rPr>
                        <a:t>Professional-plan cancellation is the largest modeled churn pressure. Improve cancellation saves through proactive success outreach, annual-plan offers, and targeted product support; this is a feasible 10-point reduction in starts, while all other assumptions remain unchanged.</a:t>
                      </a:r>
                      <a:endParaRPr>
                        <a:latin typeface="Open Sans Light"/>
                        <a:ea typeface="Open Sans Light"/>
                        <a:cs typeface="Open Sans Light"/>
                        <a:sym typeface="Open Sans Light"/>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chemeClr val="lt1"/>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1"/>
                  </a:ext>
                </a:extLst>
              </a:tr>
              <a:tr h="396650">
                <a:tc gridSpan="2">
                  <a:txBody>
                    <a:bodyPr/>
                    <a:lstStyle/>
                    <a:p>
                      <a:pPr marL="0" lvl="0" indent="0" algn="l" rtl="0">
                        <a:spcBef>
                          <a:spcPts val="0"/>
                        </a:spcBef>
                        <a:spcAft>
                          <a:spcPts val="0"/>
                        </a:spcAft>
                        <a:buNone/>
                      </a:pPr>
                      <a:r>
                        <a:rPr lang="en-US" b="1">
                          <a:solidFill>
                            <a:srgbClr val="525C65"/>
                          </a:solidFill>
                          <a:latin typeface="Open Sans"/>
                          <a:ea typeface="Open Sans"/>
                          <a:cs typeface="Open Sans"/>
                          <a:sym typeface="Open Sans"/>
                        </a:rPr>
                        <a:t>Yearly Original Operating Profit in 2024</a:t>
                      </a:r>
                      <a:endParaRPr b="1">
                        <a:solidFill>
                          <a:srgbClr val="525C65"/>
                        </a:solidFill>
                        <a:latin typeface="Open Sans"/>
                        <a:ea typeface="Open Sans"/>
                        <a:cs typeface="Open Sans"/>
                        <a:sym typeface="Open Sans"/>
                      </a:endParaRPr>
                    </a:p>
                  </a:txBody>
                  <a:tcPr marL="91425" marR="91425" marT="91425" marB="91425"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chemeClr val="lt1"/>
                    </a:solidFill>
                  </a:tcPr>
                </a:tc>
                <a:tc hMerge="1">
                  <a:txBody>
                    <a:bodyPr/>
                    <a:lstStyle/>
                    <a:p>
                      <a:endParaRPr lang="en-US"/>
                    </a:p>
                  </a:txBody>
                  <a:tcPr/>
                </a:tc>
                <a:tc>
                  <a:txBody>
                    <a:bodyPr/>
                    <a:lstStyle/>
                    <a:p>
                      <a:pPr marL="0" lvl="0" indent="0" algn="ctr" rtl="0">
                        <a:spcBef>
                          <a:spcPts val="0"/>
                        </a:spcBef>
                        <a:spcAft>
                          <a:spcPts val="0"/>
                        </a:spcAft>
                        <a:buNone/>
                      </a:pPr>
                      <a:r>
                        <a:rPr lang="en" sz="1800">
                          <a:solidFill>
                            <a:srgbClr val="525C65"/>
                          </a:solidFill>
                          <a:latin typeface="Open Sans Light"/>
                          <a:ea typeface="Open Sans Light"/>
                          <a:cs typeface="Open Sans Light"/>
                          <a:sym typeface="Open Sans Light"/>
                        </a:rPr>
                        <a:t>$7,147,817</a:t>
                      </a:r>
                      <a:endParaRPr sz="1800">
                        <a:solidFill>
                          <a:srgbClr val="525C65"/>
                        </a:solidFill>
                        <a:latin typeface="Open Sans Light"/>
                        <a:ea typeface="Open Sans Light"/>
                        <a:cs typeface="Open Sans Light"/>
                        <a:sym typeface="Open Sans Light"/>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chemeClr val="lt1"/>
                    </a:solidFill>
                  </a:tcPr>
                </a:tc>
                <a:extLst>
                  <a:ext uri="{0D108BD9-81ED-4DB2-BD59-A6C34878D82A}">
                    <a16:rowId xmlns:a16="http://schemas.microsoft.com/office/drawing/2014/main" val="10002"/>
                  </a:ext>
                </a:extLst>
              </a:tr>
              <a:tr h="577000">
                <a:tc gridSpan="2">
                  <a:txBody>
                    <a:bodyPr/>
                    <a:lstStyle/>
                    <a:p>
                      <a:pPr marL="0" lvl="0" indent="0" algn="l" rtl="0">
                        <a:spcBef>
                          <a:spcPts val="0"/>
                        </a:spcBef>
                        <a:spcAft>
                          <a:spcPts val="0"/>
                        </a:spcAft>
                        <a:buNone/>
                      </a:pPr>
                      <a:r>
                        <a:rPr lang="en-US" b="1">
                          <a:solidFill>
                            <a:srgbClr val="525C65"/>
                          </a:solidFill>
                          <a:latin typeface="Open Sans"/>
                          <a:ea typeface="Open Sans"/>
                          <a:cs typeface="Open Sans"/>
                          <a:sym typeface="Open Sans"/>
                        </a:rPr>
                        <a:t>Yearly Operating Profit in 2024 if recommendation implemented</a:t>
                      </a:r>
                      <a:endParaRPr b="1">
                        <a:solidFill>
                          <a:srgbClr val="525C65"/>
                        </a:solidFill>
                        <a:latin typeface="Open Sans"/>
                        <a:ea typeface="Open Sans"/>
                        <a:cs typeface="Open Sans"/>
                        <a:sym typeface="Open Sans"/>
                      </a:endParaRPr>
                    </a:p>
                  </a:txBody>
                  <a:tcPr marL="91425" marR="91425" marT="91425" marB="91425"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chemeClr val="lt1"/>
                    </a:solidFill>
                  </a:tcPr>
                </a:tc>
                <a:tc hMerge="1">
                  <a:txBody>
                    <a:bodyPr/>
                    <a:lstStyle/>
                    <a:p>
                      <a:endParaRPr lang="en-US"/>
                    </a:p>
                  </a:txBody>
                  <a:tcPr/>
                </a:tc>
                <a:tc>
                  <a:txBody>
                    <a:bodyPr/>
                    <a:lstStyle/>
                    <a:p>
                      <a:pPr marL="0" lvl="0" indent="0" algn="ctr" rtl="0">
                        <a:spcBef>
                          <a:spcPts val="0"/>
                        </a:spcBef>
                        <a:spcAft>
                          <a:spcPts val="0"/>
                        </a:spcAft>
                        <a:buClr>
                          <a:schemeClr val="dk1"/>
                        </a:buClr>
                        <a:buSzPts val="1100"/>
                        <a:buFont typeface="Arial"/>
                        <a:buNone/>
                      </a:pPr>
                      <a:r>
                        <a:rPr lang="en" sz="1800">
                          <a:solidFill>
                            <a:srgbClr val="525C65"/>
                          </a:solidFill>
                          <a:latin typeface="Open Sans Light"/>
                          <a:ea typeface="Open Sans Light"/>
                          <a:cs typeface="Open Sans Light"/>
                          <a:sym typeface="Open Sans Light"/>
                        </a:rPr>
                        <a:t>$8,379,885</a:t>
                      </a:r>
                      <a:endParaRPr sz="1800">
                        <a:solidFill>
                          <a:srgbClr val="525C65"/>
                        </a:solidFill>
                        <a:latin typeface="Open Sans Light"/>
                        <a:ea typeface="Open Sans Light"/>
                        <a:cs typeface="Open Sans Light"/>
                        <a:sym typeface="Open Sans Light"/>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chemeClr val="lt1"/>
                    </a:solidFill>
                  </a:tcPr>
                </a:tc>
                <a:extLst>
                  <a:ext uri="{0D108BD9-81ED-4DB2-BD59-A6C34878D82A}">
                    <a16:rowId xmlns:a16="http://schemas.microsoft.com/office/drawing/2014/main" val="10003"/>
                  </a:ext>
                </a:extLst>
              </a:tr>
              <a:tr h="416675">
                <a:tc gridSpan="2">
                  <a:txBody>
                    <a:bodyPr/>
                    <a:lstStyle/>
                    <a:p>
                      <a:pPr marL="0" lvl="0" indent="0" algn="l" rtl="0">
                        <a:spcBef>
                          <a:spcPts val="0"/>
                        </a:spcBef>
                        <a:spcAft>
                          <a:spcPts val="0"/>
                        </a:spcAft>
                        <a:buNone/>
                      </a:pPr>
                      <a:r>
                        <a:rPr lang="en-US" b="1">
                          <a:solidFill>
                            <a:srgbClr val="525C65"/>
                          </a:solidFill>
                          <a:latin typeface="Open Sans"/>
                          <a:ea typeface="Open Sans"/>
                          <a:cs typeface="Open Sans"/>
                          <a:sym typeface="Open Sans"/>
                        </a:rPr>
                        <a:t>Operating profit increase</a:t>
                      </a:r>
                      <a:endParaRPr b="1">
                        <a:solidFill>
                          <a:srgbClr val="525C65"/>
                        </a:solidFill>
                        <a:latin typeface="Open Sans"/>
                        <a:ea typeface="Open Sans"/>
                        <a:cs typeface="Open Sans"/>
                        <a:sym typeface="Open Sans"/>
                      </a:endParaRPr>
                    </a:p>
                  </a:txBody>
                  <a:tcPr marL="91425" marR="91425" marT="91425" marB="91425"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chemeClr val="lt1"/>
                    </a:solidFill>
                  </a:tcPr>
                </a:tc>
                <a:tc hMerge="1">
                  <a:txBody>
                    <a:bodyPr/>
                    <a:lstStyle/>
                    <a:p>
                      <a:endParaRPr lang="en-US"/>
                    </a:p>
                  </a:txBody>
                  <a:tcPr/>
                </a:tc>
                <a:tc>
                  <a:txBody>
                    <a:bodyPr/>
                    <a:lstStyle/>
                    <a:p>
                      <a:pPr marL="0" lvl="0" indent="0" algn="ctr" rtl="0">
                        <a:spcBef>
                          <a:spcPts val="0"/>
                        </a:spcBef>
                        <a:spcAft>
                          <a:spcPts val="0"/>
                        </a:spcAft>
                        <a:buNone/>
                      </a:pPr>
                      <a:r>
                        <a:rPr lang="en" sz="1800">
                          <a:solidFill>
                            <a:srgbClr val="525C65"/>
                          </a:solidFill>
                          <a:latin typeface="Open Sans Light"/>
                          <a:ea typeface="Open Sans Light"/>
                          <a:cs typeface="Open Sans Light"/>
                          <a:sym typeface="Open Sans Light"/>
                        </a:rPr>
                        <a:t>17.2%</a:t>
                      </a:r>
                      <a:endParaRPr sz="1800">
                        <a:solidFill>
                          <a:srgbClr val="525C65"/>
                        </a:solidFill>
                        <a:latin typeface="Open Sans Light"/>
                        <a:ea typeface="Open Sans Light"/>
                        <a:cs typeface="Open Sans Light"/>
                        <a:sym typeface="Open Sans Light"/>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chemeClr val="lt1"/>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6"/>
        <p:cNvGrpSpPr/>
        <p:nvPr/>
      </p:nvGrpSpPr>
      <p:grpSpPr>
        <a:xfrm>
          <a:off x="0" y="0"/>
          <a:ext cx="0" cy="0"/>
          <a:chOff x="0" y="0"/>
          <a:chExt cx="0" cy="0"/>
        </a:xfrm>
      </p:grpSpPr>
      <p:sp>
        <p:nvSpPr>
          <p:cNvPr id="277" name="Google Shape;277;p66"/>
          <p:cNvSpPr txBox="1">
            <a:spLocks noGrp="1"/>
          </p:cNvSpPr>
          <p:nvPr>
            <p:ph type="title"/>
          </p:nvPr>
        </p:nvSpPr>
        <p:spPr>
          <a:xfrm>
            <a:off x="264945" y="870271"/>
            <a:ext cx="7242600" cy="1119900"/>
          </a:xfrm>
          <a:prstGeom prst="rect">
            <a:avLst/>
          </a:prstGeom>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r>
              <a:rPr lang="en" sz="3200">
                <a:solidFill>
                  <a:srgbClr val="02B3E4"/>
                </a:solidFill>
                <a:latin typeface="Open Sans Light"/>
                <a:ea typeface="Open Sans Light"/>
                <a:cs typeface="Open Sans Light"/>
                <a:sym typeface="Open Sans Light"/>
              </a:rPr>
              <a:t>Recommendation 2</a:t>
            </a:r>
            <a:endParaRPr sz="3100">
              <a:solidFill>
                <a:srgbClr val="02B3E4"/>
              </a:solidFill>
              <a:latin typeface="Open Sans Light"/>
              <a:ea typeface="Open Sans Light"/>
              <a:cs typeface="Open Sans Light"/>
              <a:sym typeface="Open Sans Light"/>
            </a:endParaRPr>
          </a:p>
        </p:txBody>
      </p:sp>
      <p:graphicFrame>
        <p:nvGraphicFramePr>
          <p:cNvPr id="278" name="Google Shape;278;p66"/>
          <p:cNvGraphicFramePr/>
          <p:nvPr>
            <p:extLst>
              <p:ext uri="{D42A27DB-BD31-4B8C-83A1-F6EECF244321}">
                <p14:modId xmlns:p14="http://schemas.microsoft.com/office/powerpoint/2010/main" val="398198570"/>
              </p:ext>
            </p:extLst>
          </p:nvPr>
        </p:nvGraphicFramePr>
        <p:xfrm>
          <a:off x="345025" y="2045263"/>
          <a:ext cx="6980100" cy="6013960"/>
        </p:xfrm>
        <a:graphic>
          <a:graphicData uri="http://schemas.openxmlformats.org/drawingml/2006/table">
            <a:tbl>
              <a:tblPr>
                <a:noFill/>
                <a:tableStyleId>{DC04B12C-35B8-47E3-BA77-BEDA0C5A35F9}</a:tableStyleId>
              </a:tblPr>
              <a:tblGrid>
                <a:gridCol w="2326700">
                  <a:extLst>
                    <a:ext uri="{9D8B030D-6E8A-4147-A177-3AD203B41FA5}">
                      <a16:colId xmlns:a16="http://schemas.microsoft.com/office/drawing/2014/main" val="20000"/>
                    </a:ext>
                  </a:extLst>
                </a:gridCol>
                <a:gridCol w="1925950">
                  <a:extLst>
                    <a:ext uri="{9D8B030D-6E8A-4147-A177-3AD203B41FA5}">
                      <a16:colId xmlns:a16="http://schemas.microsoft.com/office/drawing/2014/main" val="20001"/>
                    </a:ext>
                  </a:extLst>
                </a:gridCol>
                <a:gridCol w="2727450">
                  <a:extLst>
                    <a:ext uri="{9D8B030D-6E8A-4147-A177-3AD203B41FA5}">
                      <a16:colId xmlns:a16="http://schemas.microsoft.com/office/drawing/2014/main" val="20002"/>
                    </a:ext>
                  </a:extLst>
                </a:gridCol>
              </a:tblGrid>
              <a:tr h="947650">
                <a:tc gridSpan="3">
                  <a:txBody>
                    <a:bodyPr/>
                    <a:lstStyle/>
                    <a:p>
                      <a:pPr marL="0" lvl="0" indent="0" algn="l" rtl="0">
                        <a:lnSpc>
                          <a:spcPct val="100000"/>
                        </a:lnSpc>
                        <a:spcBef>
                          <a:spcPts val="0"/>
                        </a:spcBef>
                        <a:spcAft>
                          <a:spcPts val="1600"/>
                        </a:spcAft>
                        <a:buNone/>
                      </a:pPr>
                      <a:r>
                        <a:rPr lang="en-US" sz="1800">
                          <a:solidFill>
                            <a:srgbClr val="525C65"/>
                          </a:solidFill>
                          <a:latin typeface="Open Sans Light"/>
                          <a:ea typeface="Open Sans Light"/>
                          <a:cs typeface="Open Sans Light"/>
                          <a:sym typeface="Open Sans Light"/>
                        </a:rPr>
                        <a:t>Raise the Basic-to-Professional upsell conversion from 40% to 50%.</a:t>
                      </a:r>
                      <a:endParaRPr sz="1800">
                        <a:solidFill>
                          <a:srgbClr val="525C65"/>
                        </a:solidFill>
                        <a:latin typeface="Open Sans Light"/>
                        <a:ea typeface="Open Sans Light"/>
                        <a:cs typeface="Open Sans Light"/>
                        <a:sym typeface="Open Sans Light"/>
                      </a:endParaRPr>
                    </a:p>
                  </a:txBody>
                  <a:tcPr marL="91425" marR="91425" marT="91425" marB="91425"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chemeClr val="lt1"/>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3542400">
                <a:tc gridSpan="3">
                  <a:txBody>
                    <a:bodyPr/>
                    <a:lstStyle/>
                    <a:p>
                      <a:pPr marL="0" lvl="0" indent="0" algn="l" rtl="0">
                        <a:spcBef>
                          <a:spcPts val="0"/>
                        </a:spcBef>
                        <a:spcAft>
                          <a:spcPts val="0"/>
                        </a:spcAft>
                        <a:buNone/>
                      </a:pPr>
                      <a:r>
                        <a:rPr lang="en-US" sz="1800">
                          <a:solidFill>
                            <a:srgbClr val="525C65"/>
                          </a:solidFill>
                          <a:latin typeface="Open Sans Light"/>
                          <a:ea typeface="Open Sans Light"/>
                          <a:cs typeface="Open Sans Light"/>
                          <a:sym typeface="Open Sans Light"/>
                        </a:rPr>
                        <a:t>Basic is the largest paid cohort, so a focused value-messaging and upgrade-path experiment can increase conversion to Professional. The scenario changes only the Basic upsell conversion and keeps pricing, acquisition, and cancellation assumptions unchanged.</a:t>
                      </a:r>
                      <a:endParaRPr>
                        <a:latin typeface="Open Sans Light"/>
                        <a:ea typeface="Open Sans Light"/>
                        <a:cs typeface="Open Sans Light"/>
                        <a:sym typeface="Open Sans Light"/>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chemeClr val="lt1"/>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1"/>
                  </a:ext>
                </a:extLst>
              </a:tr>
              <a:tr h="396650">
                <a:tc gridSpan="2">
                  <a:txBody>
                    <a:bodyPr/>
                    <a:lstStyle/>
                    <a:p>
                      <a:pPr marL="0" lvl="0" indent="0" algn="l" rtl="0">
                        <a:spcBef>
                          <a:spcPts val="0"/>
                        </a:spcBef>
                        <a:spcAft>
                          <a:spcPts val="0"/>
                        </a:spcAft>
                        <a:buNone/>
                      </a:pPr>
                      <a:r>
                        <a:rPr lang="en-US" b="1">
                          <a:solidFill>
                            <a:srgbClr val="525C65"/>
                          </a:solidFill>
                          <a:latin typeface="Open Sans"/>
                          <a:ea typeface="Open Sans"/>
                          <a:cs typeface="Open Sans"/>
                          <a:sym typeface="Open Sans"/>
                        </a:rPr>
                        <a:t>Yearly Original Operating Profit in 2024</a:t>
                      </a:r>
                      <a:endParaRPr b="1">
                        <a:solidFill>
                          <a:srgbClr val="525C65"/>
                        </a:solidFill>
                        <a:latin typeface="Open Sans"/>
                        <a:ea typeface="Open Sans"/>
                        <a:cs typeface="Open Sans"/>
                        <a:sym typeface="Open Sans"/>
                      </a:endParaRPr>
                    </a:p>
                  </a:txBody>
                  <a:tcPr marL="91425" marR="91425" marT="91425" marB="91425"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chemeClr val="lt1"/>
                    </a:solidFill>
                  </a:tcPr>
                </a:tc>
                <a:tc hMerge="1">
                  <a:txBody>
                    <a:bodyPr/>
                    <a:lstStyle/>
                    <a:p>
                      <a:endParaRPr lang="en-US"/>
                    </a:p>
                  </a:txBody>
                  <a:tcPr/>
                </a:tc>
                <a:tc>
                  <a:txBody>
                    <a:bodyPr/>
                    <a:lstStyle/>
                    <a:p>
                      <a:pPr marL="0" lvl="0" indent="0" algn="ctr" rtl="0">
                        <a:spcBef>
                          <a:spcPts val="0"/>
                        </a:spcBef>
                        <a:spcAft>
                          <a:spcPts val="0"/>
                        </a:spcAft>
                        <a:buNone/>
                      </a:pPr>
                      <a:r>
                        <a:rPr lang="en" sz="1800">
                          <a:solidFill>
                            <a:srgbClr val="525C65"/>
                          </a:solidFill>
                          <a:latin typeface="Open Sans Light"/>
                          <a:ea typeface="Open Sans Light"/>
                          <a:cs typeface="Open Sans Light"/>
                          <a:sym typeface="Open Sans Light"/>
                        </a:rPr>
                        <a:t>$7,147,817</a:t>
                      </a:r>
                      <a:endParaRPr sz="1800">
                        <a:solidFill>
                          <a:srgbClr val="525C65"/>
                        </a:solidFill>
                        <a:latin typeface="Open Sans Light"/>
                        <a:ea typeface="Open Sans Light"/>
                        <a:cs typeface="Open Sans Light"/>
                        <a:sym typeface="Open Sans Light"/>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chemeClr val="lt1"/>
                    </a:solidFill>
                  </a:tcPr>
                </a:tc>
                <a:extLst>
                  <a:ext uri="{0D108BD9-81ED-4DB2-BD59-A6C34878D82A}">
                    <a16:rowId xmlns:a16="http://schemas.microsoft.com/office/drawing/2014/main" val="10002"/>
                  </a:ext>
                </a:extLst>
              </a:tr>
              <a:tr h="577000">
                <a:tc gridSpan="2">
                  <a:txBody>
                    <a:bodyPr/>
                    <a:lstStyle/>
                    <a:p>
                      <a:pPr marL="0" lvl="0" indent="0" algn="l" rtl="0">
                        <a:spcBef>
                          <a:spcPts val="0"/>
                        </a:spcBef>
                        <a:spcAft>
                          <a:spcPts val="0"/>
                        </a:spcAft>
                        <a:buNone/>
                      </a:pPr>
                      <a:r>
                        <a:rPr lang="en-US" b="1">
                          <a:solidFill>
                            <a:srgbClr val="525C65"/>
                          </a:solidFill>
                          <a:latin typeface="Open Sans"/>
                          <a:ea typeface="Open Sans"/>
                          <a:cs typeface="Open Sans"/>
                          <a:sym typeface="Open Sans"/>
                        </a:rPr>
                        <a:t>Yearly Operating Profit in 2024 if recommendation implemented</a:t>
                      </a:r>
                      <a:endParaRPr b="1">
                        <a:solidFill>
                          <a:srgbClr val="525C65"/>
                        </a:solidFill>
                        <a:latin typeface="Open Sans"/>
                        <a:ea typeface="Open Sans"/>
                        <a:cs typeface="Open Sans"/>
                        <a:sym typeface="Open Sans"/>
                      </a:endParaRPr>
                    </a:p>
                  </a:txBody>
                  <a:tcPr marL="91425" marR="91425" marT="91425" marB="91425"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chemeClr val="lt1"/>
                    </a:solidFill>
                  </a:tcPr>
                </a:tc>
                <a:tc hMerge="1">
                  <a:txBody>
                    <a:bodyPr/>
                    <a:lstStyle/>
                    <a:p>
                      <a:endParaRPr lang="en-US"/>
                    </a:p>
                  </a:txBody>
                  <a:tcPr/>
                </a:tc>
                <a:tc>
                  <a:txBody>
                    <a:bodyPr/>
                    <a:lstStyle/>
                    <a:p>
                      <a:pPr marL="0" lvl="0" indent="0" algn="ctr" rtl="0">
                        <a:spcBef>
                          <a:spcPts val="0"/>
                        </a:spcBef>
                        <a:spcAft>
                          <a:spcPts val="0"/>
                        </a:spcAft>
                        <a:buNone/>
                      </a:pPr>
                      <a:r>
                        <a:rPr lang="en" sz="1800">
                          <a:solidFill>
                            <a:srgbClr val="525C65"/>
                          </a:solidFill>
                          <a:latin typeface="Open Sans Light"/>
                          <a:ea typeface="Open Sans Light"/>
                          <a:cs typeface="Open Sans Light"/>
                          <a:sym typeface="Open Sans Light"/>
                        </a:rPr>
                        <a:t>$7,313,062</a:t>
                      </a:r>
                      <a:endParaRPr sz="1800">
                        <a:solidFill>
                          <a:srgbClr val="525C65"/>
                        </a:solidFill>
                        <a:latin typeface="Open Sans Light"/>
                        <a:ea typeface="Open Sans Light"/>
                        <a:cs typeface="Open Sans Light"/>
                        <a:sym typeface="Open Sans Light"/>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chemeClr val="lt1"/>
                    </a:solidFill>
                  </a:tcPr>
                </a:tc>
                <a:extLst>
                  <a:ext uri="{0D108BD9-81ED-4DB2-BD59-A6C34878D82A}">
                    <a16:rowId xmlns:a16="http://schemas.microsoft.com/office/drawing/2014/main" val="10003"/>
                  </a:ext>
                </a:extLst>
              </a:tr>
              <a:tr h="416675">
                <a:tc gridSpan="2">
                  <a:txBody>
                    <a:bodyPr/>
                    <a:lstStyle/>
                    <a:p>
                      <a:pPr marL="0" lvl="0" indent="0" algn="l" rtl="0">
                        <a:spcBef>
                          <a:spcPts val="0"/>
                        </a:spcBef>
                        <a:spcAft>
                          <a:spcPts val="0"/>
                        </a:spcAft>
                        <a:buNone/>
                      </a:pPr>
                      <a:r>
                        <a:rPr lang="en-US" b="1">
                          <a:solidFill>
                            <a:srgbClr val="525C65"/>
                          </a:solidFill>
                          <a:latin typeface="Open Sans"/>
                          <a:ea typeface="Open Sans"/>
                          <a:cs typeface="Open Sans"/>
                          <a:sym typeface="Open Sans"/>
                        </a:rPr>
                        <a:t>Operating profit increase</a:t>
                      </a:r>
                      <a:endParaRPr b="1">
                        <a:solidFill>
                          <a:srgbClr val="525C65"/>
                        </a:solidFill>
                        <a:latin typeface="Open Sans"/>
                        <a:ea typeface="Open Sans"/>
                        <a:cs typeface="Open Sans"/>
                        <a:sym typeface="Open Sans"/>
                      </a:endParaRPr>
                    </a:p>
                  </a:txBody>
                  <a:tcPr marL="91425" marR="91425" marT="91425" marB="91425"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chemeClr val="lt1"/>
                    </a:solidFill>
                  </a:tcPr>
                </a:tc>
                <a:tc hMerge="1">
                  <a:txBody>
                    <a:bodyPr/>
                    <a:lstStyle/>
                    <a:p>
                      <a:endParaRPr lang="en-US"/>
                    </a:p>
                  </a:txBody>
                  <a:tcPr/>
                </a:tc>
                <a:tc>
                  <a:txBody>
                    <a:bodyPr/>
                    <a:lstStyle/>
                    <a:p>
                      <a:pPr marL="0" lvl="0" indent="0" algn="ctr" rtl="0">
                        <a:spcBef>
                          <a:spcPts val="0"/>
                        </a:spcBef>
                        <a:spcAft>
                          <a:spcPts val="0"/>
                        </a:spcAft>
                        <a:buNone/>
                      </a:pPr>
                      <a:r>
                        <a:rPr lang="en" sz="1800">
                          <a:solidFill>
                            <a:srgbClr val="525C65"/>
                          </a:solidFill>
                          <a:latin typeface="Open Sans Light"/>
                          <a:ea typeface="Open Sans Light"/>
                          <a:cs typeface="Open Sans Light"/>
                          <a:sym typeface="Open Sans Light"/>
                        </a:rPr>
                        <a:t>2.3%</a:t>
                      </a:r>
                      <a:endParaRPr sz="1800">
                        <a:solidFill>
                          <a:srgbClr val="525C65"/>
                        </a:solidFill>
                        <a:latin typeface="Open Sans Light"/>
                        <a:ea typeface="Open Sans Light"/>
                        <a:cs typeface="Open Sans Light"/>
                        <a:sym typeface="Open Sans Light"/>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chemeClr val="lt1"/>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82"/>
        <p:cNvGrpSpPr/>
        <p:nvPr/>
      </p:nvGrpSpPr>
      <p:grpSpPr>
        <a:xfrm>
          <a:off x="0" y="0"/>
          <a:ext cx="0" cy="0"/>
          <a:chOff x="0" y="0"/>
          <a:chExt cx="0" cy="0"/>
        </a:xfrm>
      </p:grpSpPr>
      <p:sp>
        <p:nvSpPr>
          <p:cNvPr id="283" name="Google Shape;283;p67"/>
          <p:cNvSpPr txBox="1">
            <a:spLocks noGrp="1"/>
          </p:cNvSpPr>
          <p:nvPr>
            <p:ph type="title"/>
          </p:nvPr>
        </p:nvSpPr>
        <p:spPr>
          <a:xfrm>
            <a:off x="61150" y="870275"/>
            <a:ext cx="7446300" cy="1119900"/>
          </a:xfrm>
          <a:prstGeom prst="rect">
            <a:avLst/>
          </a:prstGeom>
        </p:spPr>
        <p:txBody>
          <a:bodyPr spcFirstLastPara="1" wrap="square" lIns="91425" tIns="91425" rIns="91425" bIns="91425" anchor="ctr" anchorCtr="0">
            <a:noAutofit/>
          </a:bodyPr>
          <a:lstStyle/>
          <a:p>
            <a:pPr marL="0" marR="0" lvl="0" indent="0" algn="l" rtl="0">
              <a:lnSpc>
                <a:spcPct val="115000"/>
              </a:lnSpc>
              <a:spcBef>
                <a:spcPts val="0"/>
              </a:spcBef>
              <a:spcAft>
                <a:spcPts val="0"/>
              </a:spcAft>
              <a:buNone/>
            </a:pPr>
            <a:r>
              <a:rPr lang="en" sz="3200">
                <a:solidFill>
                  <a:srgbClr val="02B3E4"/>
                </a:solidFill>
                <a:latin typeface="Open Sans Light"/>
                <a:ea typeface="Open Sans Light"/>
                <a:cs typeface="Open Sans Light"/>
                <a:sym typeface="Open Sans Light"/>
              </a:rPr>
              <a:t>Operating Profit in 2024 with recommendations</a:t>
            </a:r>
            <a:endParaRPr sz="3200">
              <a:solidFill>
                <a:srgbClr val="02B3E4"/>
              </a:solidFill>
              <a:latin typeface="Open Sans Light"/>
              <a:ea typeface="Open Sans Light"/>
              <a:cs typeface="Open Sans Light"/>
              <a:sym typeface="Open Sans Light"/>
            </a:endParaRPr>
          </a:p>
        </p:txBody>
      </p:sp>
      <p:sp>
        <p:nvSpPr>
          <p:cNvPr id="284" name="Google Shape;284;p67"/>
          <p:cNvSpPr txBox="1">
            <a:spLocks noGrp="1"/>
          </p:cNvSpPr>
          <p:nvPr>
            <p:ph type="body" idx="1"/>
          </p:nvPr>
        </p:nvSpPr>
        <p:spPr>
          <a:xfrm>
            <a:off x="30600" y="7443625"/>
            <a:ext cx="7711200" cy="2197500"/>
          </a:xfrm>
          <a:prstGeom prst="rect">
            <a:avLst/>
          </a:prstGeom>
        </p:spPr>
        <p:txBody>
          <a:bodyPr spcFirstLastPara="1" wrap="square" lIns="91425" tIns="91425" rIns="91425" bIns="91425" anchor="t" anchorCtr="0">
            <a:noAutofit/>
          </a:bodyPr>
          <a:lstStyle/>
          <a:p>
            <a:pPr marL="0" lvl="0" indent="0" algn="l" rtl="0">
              <a:spcBef>
                <a:spcPts val="1200"/>
              </a:spcBef>
              <a:spcAft>
                <a:spcPts val="0"/>
              </a:spcAft>
              <a:buNone/>
            </a:pPr>
            <a:r>
              <a:rPr lang="en-US" i="1">
                <a:latin typeface="Open Sans Light"/>
                <a:ea typeface="Open Sans Light"/>
                <a:cs typeface="Open Sans Light"/>
                <a:sym typeface="Open Sans Light"/>
              </a:rPr>
              <a:t>The combined scenario improves operating profit throughout the year by retaining more Professional learners and converting more Basic learners to Professional.</a:t>
            </a:r>
            <a:endParaRPr i="1">
              <a:latin typeface="Open Sans Light"/>
              <a:ea typeface="Open Sans Light"/>
              <a:cs typeface="Open Sans Light"/>
              <a:sym typeface="Open Sans Light"/>
            </a:endParaRPr>
          </a:p>
        </p:txBody>
      </p:sp>
      <p:pic>
        <p:nvPicPr>
          <p:cNvPr id="4" name="Picture 3">
            <a:extLst>
              <a:ext uri="{FF2B5EF4-FFF2-40B4-BE49-F238E27FC236}">
                <a16:creationId xmlns:a16="http://schemas.microsoft.com/office/drawing/2014/main" id="{E861872F-456E-7127-2F2E-ABFEBDDB37D7}"/>
              </a:ext>
            </a:extLst>
          </p:cNvPr>
          <p:cNvPicPr>
            <a:picLocks/>
          </p:cNvPicPr>
          <p:nvPr/>
        </p:nvPicPr>
        <p:blipFill>
          <a:blip r:embed="rId3"/>
          <a:stretch>
            <a:fillRect/>
          </a:stretch>
        </p:blipFill>
        <p:spPr>
          <a:xfrm>
            <a:off x="596900" y="2552700"/>
            <a:ext cx="6350000" cy="4330700"/>
          </a:xfrm>
          <a:prstGeom prst="rect">
            <a:avLst/>
          </a:prstGeom>
        </p:spPr>
      </p:pic>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956</Words>
  <Application>Microsoft Office PowerPoint</Application>
  <PresentationFormat>Custom</PresentationFormat>
  <Paragraphs>78</Paragraphs>
  <Slides>16</Slides>
  <Notes>16</Notes>
  <HiddenSlides>0</HiddenSlides>
  <MMClips>0</MMClips>
  <ScaleCrop>false</ScaleCrop>
  <HeadingPairs>
    <vt:vector size="6" baseType="variant">
      <vt:variant>
        <vt:lpstr>Fonts Used</vt:lpstr>
      </vt:variant>
      <vt:variant>
        <vt:i4>4</vt:i4>
      </vt:variant>
      <vt:variant>
        <vt:lpstr>Theme</vt:lpstr>
      </vt:variant>
      <vt:variant>
        <vt:i4>4</vt:i4>
      </vt:variant>
      <vt:variant>
        <vt:lpstr>Slide Titles</vt:lpstr>
      </vt:variant>
      <vt:variant>
        <vt:i4>16</vt:i4>
      </vt:variant>
    </vt:vector>
  </HeadingPairs>
  <TitlesOfParts>
    <vt:vector size="24" baseType="lpstr">
      <vt:lpstr>Open Sans Light</vt:lpstr>
      <vt:lpstr>Arial</vt:lpstr>
      <vt:lpstr>Open Sans</vt:lpstr>
      <vt:lpstr>Helvetica Neue</vt:lpstr>
      <vt:lpstr>Simple Light</vt:lpstr>
      <vt:lpstr>Simple Light</vt:lpstr>
      <vt:lpstr>Simple Light</vt:lpstr>
      <vt:lpstr>Simple Light</vt:lpstr>
      <vt:lpstr>PowerPoint Presentation</vt:lpstr>
      <vt:lpstr>Part One:  Original Pricing Scheme</vt:lpstr>
      <vt:lpstr>Product Description</vt:lpstr>
      <vt:lpstr>Acquisition channels</vt:lpstr>
      <vt:lpstr>Calculate the models</vt:lpstr>
      <vt:lpstr>Tips for the calculations</vt:lpstr>
      <vt:lpstr>Order of the calculations</vt:lpstr>
      <vt:lpstr>Check your calculations</vt:lpstr>
      <vt:lpstr>Part Two:  Insights from the data</vt:lpstr>
      <vt:lpstr>Customer Sign Ups in 2024</vt:lpstr>
      <vt:lpstr>Revenue from different tiers in 2024</vt:lpstr>
      <vt:lpstr>Operating Profit in 2024</vt:lpstr>
      <vt:lpstr>Part Three:  Recommendations</vt:lpstr>
      <vt:lpstr>Recommendation 1</vt:lpstr>
      <vt:lpstr>Recommendation 2</vt:lpstr>
      <vt:lpstr>Operating Profit in 2024 with recommendations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Christopher O'Hara</cp:lastModifiedBy>
  <cp:revision>9</cp:revision>
  <dcterms:modified xsi:type="dcterms:W3CDTF">2026-08-07T04:11:08Z</dcterms:modified>
</cp:coreProperties>
</file>